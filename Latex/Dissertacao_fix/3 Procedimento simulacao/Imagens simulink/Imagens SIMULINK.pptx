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58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B0F5-5E03-4807-B657-2FB7419B1CFC}" v="5" dt="2026-03-04T19:43:56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Oliveira" userId="f4e17021f22116f5" providerId="LiveId" clId="{11BC8392-BEA0-4998-B86F-7558F82FDFC8}"/>
    <pc:docChg chg="custSel addSld delSld modSld">
      <pc:chgData name="Alexandre Oliveira" userId="f4e17021f22116f5" providerId="LiveId" clId="{11BC8392-BEA0-4998-B86F-7558F82FDFC8}" dt="2026-03-04T19:50:15.170" v="12" actId="22"/>
      <pc:docMkLst>
        <pc:docMk/>
      </pc:docMkLst>
      <pc:sldChg chg="addSp delSp mod">
        <pc:chgData name="Alexandre Oliveira" userId="f4e17021f22116f5" providerId="LiveId" clId="{11BC8392-BEA0-4998-B86F-7558F82FDFC8}" dt="2026-03-04T19:43:51.163" v="2" actId="478"/>
        <pc:sldMkLst>
          <pc:docMk/>
          <pc:sldMk cId="1509032647" sldId="268"/>
        </pc:sldMkLst>
        <pc:spChg chg="del">
          <ac:chgData name="Alexandre Oliveira" userId="f4e17021f22116f5" providerId="LiveId" clId="{11BC8392-BEA0-4998-B86F-7558F82FDFC8}" dt="2026-03-04T19:43:51.163" v="2" actId="478"/>
          <ac:spMkLst>
            <pc:docMk/>
            <pc:sldMk cId="1509032647" sldId="268"/>
            <ac:spMk id="2" creationId="{DBF5C317-0A73-08EE-C736-E20EBC6151D4}"/>
          </ac:spMkLst>
        </pc:spChg>
        <pc:spChg chg="del">
          <ac:chgData name="Alexandre Oliveira" userId="f4e17021f22116f5" providerId="LiveId" clId="{11BC8392-BEA0-4998-B86F-7558F82FDFC8}" dt="2026-03-04T19:43:50.096" v="1" actId="478"/>
          <ac:spMkLst>
            <pc:docMk/>
            <pc:sldMk cId="1509032647" sldId="268"/>
            <ac:spMk id="3" creationId="{76EBA05E-6D16-A8E4-14EC-44077D806FDD}"/>
          </ac:spMkLst>
        </pc:spChg>
        <pc:picChg chg="add">
          <ac:chgData name="Alexandre Oliveira" userId="f4e17021f22116f5" providerId="LiveId" clId="{11BC8392-BEA0-4998-B86F-7558F82FDFC8}" dt="2026-03-04T19:43:48.291" v="0" actId="22"/>
          <ac:picMkLst>
            <pc:docMk/>
            <pc:sldMk cId="1509032647" sldId="268"/>
            <ac:picMk id="5" creationId="{1D22E898-58B6-9C50-23AF-179C20E40328}"/>
          </ac:picMkLst>
        </pc:picChg>
      </pc:sldChg>
      <pc:sldChg chg="del">
        <pc:chgData name="Alexandre Oliveira" userId="f4e17021f22116f5" providerId="LiveId" clId="{11BC8392-BEA0-4998-B86F-7558F82FDFC8}" dt="2026-03-04T19:43:52.208" v="3" actId="47"/>
        <pc:sldMkLst>
          <pc:docMk/>
          <pc:sldMk cId="3528293898" sldId="269"/>
        </pc:sldMkLst>
      </pc:sldChg>
      <pc:sldChg chg="addSp delSp mod">
        <pc:chgData name="Alexandre Oliveira" userId="f4e17021f22116f5" providerId="LiveId" clId="{11BC8392-BEA0-4998-B86F-7558F82FDFC8}" dt="2026-03-04T19:44:20.043" v="11" actId="22"/>
        <pc:sldMkLst>
          <pc:docMk/>
          <pc:sldMk cId="4219169076" sldId="270"/>
        </pc:sldMkLst>
        <pc:spChg chg="del">
          <ac:chgData name="Alexandre Oliveira" userId="f4e17021f22116f5" providerId="LiveId" clId="{11BC8392-BEA0-4998-B86F-7558F82FDFC8}" dt="2026-03-04T19:43:54.761" v="5" actId="478"/>
          <ac:spMkLst>
            <pc:docMk/>
            <pc:sldMk cId="4219169076" sldId="270"/>
            <ac:spMk id="2" creationId="{88F2D53E-3B57-CF3A-B769-DDC773D2A80A}"/>
          </ac:spMkLst>
        </pc:spChg>
        <pc:spChg chg="del">
          <ac:chgData name="Alexandre Oliveira" userId="f4e17021f22116f5" providerId="LiveId" clId="{11BC8392-BEA0-4998-B86F-7558F82FDFC8}" dt="2026-03-04T19:43:53.629" v="4" actId="478"/>
          <ac:spMkLst>
            <pc:docMk/>
            <pc:sldMk cId="4219169076" sldId="270"/>
            <ac:spMk id="3" creationId="{24DA1DEB-7E8A-B9D3-1771-A82C952D329A}"/>
          </ac:spMkLst>
        </pc:spChg>
        <pc:picChg chg="add">
          <ac:chgData name="Alexandre Oliveira" userId="f4e17021f22116f5" providerId="LiveId" clId="{11BC8392-BEA0-4998-B86F-7558F82FDFC8}" dt="2026-03-04T19:44:20.043" v="11" actId="22"/>
          <ac:picMkLst>
            <pc:docMk/>
            <pc:sldMk cId="4219169076" sldId="270"/>
            <ac:picMk id="5" creationId="{68089D74-8A7B-F433-FE39-1F10EBDE2E0F}"/>
          </ac:picMkLst>
        </pc:picChg>
      </pc:sldChg>
      <pc:sldChg chg="addSp add mod">
        <pc:chgData name="Alexandre Oliveira" userId="f4e17021f22116f5" providerId="LiveId" clId="{11BC8392-BEA0-4998-B86F-7558F82FDFC8}" dt="2026-03-04T19:50:15.170" v="12" actId="22"/>
        <pc:sldMkLst>
          <pc:docMk/>
          <pc:sldMk cId="3669947314" sldId="271"/>
        </pc:sldMkLst>
        <pc:picChg chg="add">
          <ac:chgData name="Alexandre Oliveira" userId="f4e17021f22116f5" providerId="LiveId" clId="{11BC8392-BEA0-4998-B86F-7558F82FDFC8}" dt="2026-03-04T19:50:15.170" v="12" actId="22"/>
          <ac:picMkLst>
            <pc:docMk/>
            <pc:sldMk cId="3669947314" sldId="271"/>
            <ac:picMk id="3" creationId="{0552EBE1-1C77-5754-ADB6-2D13E7075F63}"/>
          </ac:picMkLst>
        </pc:picChg>
      </pc:sldChg>
      <pc:sldChg chg="add">
        <pc:chgData name="Alexandre Oliveira" userId="f4e17021f22116f5" providerId="LiveId" clId="{11BC8392-BEA0-4998-B86F-7558F82FDFC8}" dt="2026-03-04T19:43:55.945" v="7"/>
        <pc:sldMkLst>
          <pc:docMk/>
          <pc:sldMk cId="4115969735" sldId="272"/>
        </pc:sldMkLst>
      </pc:sldChg>
      <pc:sldChg chg="add">
        <pc:chgData name="Alexandre Oliveira" userId="f4e17021f22116f5" providerId="LiveId" clId="{11BC8392-BEA0-4998-B86F-7558F82FDFC8}" dt="2026-03-04T19:43:56.115" v="8"/>
        <pc:sldMkLst>
          <pc:docMk/>
          <pc:sldMk cId="3640104487" sldId="273"/>
        </pc:sldMkLst>
      </pc:sldChg>
      <pc:sldChg chg="add">
        <pc:chgData name="Alexandre Oliveira" userId="f4e17021f22116f5" providerId="LiveId" clId="{11BC8392-BEA0-4998-B86F-7558F82FDFC8}" dt="2026-03-04T19:43:56.261" v="9"/>
        <pc:sldMkLst>
          <pc:docMk/>
          <pc:sldMk cId="3850589896" sldId="274"/>
        </pc:sldMkLst>
      </pc:sldChg>
      <pc:sldChg chg="add">
        <pc:chgData name="Alexandre Oliveira" userId="f4e17021f22116f5" providerId="LiveId" clId="{11BC8392-BEA0-4998-B86F-7558F82FDFC8}" dt="2026-03-04T19:43:56.441" v="10"/>
        <pc:sldMkLst>
          <pc:docMk/>
          <pc:sldMk cId="1873061005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D42AC-F2B1-39AF-1FCD-07EA4EED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022E71-230B-DAE8-E8FA-403042FA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481948-7D06-1957-5468-742E478B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28D6FF-6BF2-7A44-196D-BE3655D9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D43E22-BB4D-D301-EF3A-3C9BC374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89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BD1A3-DD60-5669-9E6B-0A5130E1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0C3615-DFFC-9912-5C16-8D8DB6714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0DD768-43A1-949F-0F9F-C0FE4C96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2990B-01CA-8F86-E473-5ED84A53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DCD12F-E90C-0E68-9BA7-FCC26A08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6121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DB68F-CC4F-C87A-9358-6B55110B1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59AE57-D026-773C-1BF2-A7F22EC98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4315EC-B184-2EE3-AFF0-CCBA5F8C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8FB25E-6525-2BC6-4D22-32CC06F9D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100D7A-AE00-ACD9-CB3B-F219F217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87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97015-629C-7396-F8C2-47B68B0C9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241DB-EBB9-2DD2-EDDB-8BE2523D4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D9CD24-6AC0-5412-A3F1-A2E0868FC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EDF5AF-6600-5FB0-AB03-FB07510F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BE8177-FF77-1E4C-3425-D165332E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9EC230-9900-A240-756F-5F512E52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2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9C4C5-0C35-1DC3-584F-9BE4E518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6744FE-8513-7D57-B525-95A453958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64F077-C6E0-0E81-FCE3-8EB370EC2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931FC9-11D6-C61A-F42F-0A9B968BF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6DF0AF-9EC1-42E3-3E84-D311CF4CA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790394-B3BA-5996-33A6-1A1ACD4C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5123C72-D160-1EE6-840E-24B65EE1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75F4A4-ED28-CD0F-3821-F0C2DC0E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75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17810-79C6-2526-504B-8CE83641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3CC2A8-0FAE-FBCB-5F7C-22EFA8BC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659521-C914-34FF-C32E-E7B60856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DEBE12-0ECD-0C52-588E-1DB72927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06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6AFF95-7842-12AE-8328-144A75EF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37DCFA-F9BB-A6B6-135A-8B6CECE9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989C75-7667-FE70-6C30-6DE2E3D5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10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7BAA2-AFBB-8E55-DA72-3868DC38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0E80D-AFB4-EE4C-697E-A13C6D89D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40B64A-9240-5A93-9560-E42515F26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214A27-DAA5-ED72-FC83-49D6CAE1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99636F-7E86-1D4F-3C05-B57A2ACA5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48610A-34CC-2CED-20D5-746E1E57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37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B8FC8-B4F7-DCE5-B2CF-697DA3E0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53B42B-EAD7-9C46-C18E-17FA5025B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2DF554-E3FB-06AC-F54C-077EDE1A6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31CF22-0446-CF22-1E2F-01D7462C4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75C7DC-A618-8B3A-30AF-60856005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7319D4-22FD-DDA1-F494-E86571C6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25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93855-D182-1F0A-640B-9343FC42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874D44-563A-1D1A-5F5D-116C9C926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CD110-9F7D-3E44-B637-D9FDA1BF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3CB9E5-76C3-4F70-B18A-DB700CE1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7904C3-11E6-860E-4849-0F960391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93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2856BE-BDA6-DD44-3AEB-8C5ABB9D7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2029E3-7F42-FF16-0D16-826D26D13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526FD2-0AA5-86B1-CC10-B5CCA1079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ECDC7E-00CC-E836-5862-E0C37D9A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9025B0-A33C-A531-A91C-21FEF15E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169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5746109-30D7-BD02-2043-1C5CC577C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0B231E-E8D2-9971-EAF3-28EFDBBB6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2CF3A9-7D58-44EB-8593-153726A4C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9E2413-CD30-0AE1-B435-1F49C5A7C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41621A-945F-6FEA-E847-C5D1BCDAF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25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52DD7DA-7527-8DB5-B301-F35277CC689B}"/>
              </a:ext>
            </a:extLst>
          </p:cNvPr>
          <p:cNvSpPr/>
          <p:nvPr/>
        </p:nvSpPr>
        <p:spPr>
          <a:xfrm>
            <a:off x="-135802" y="-237653"/>
            <a:ext cx="4517679" cy="7333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B1E916A-E5A5-DF30-E4A8-3269F2F4CFB2}"/>
              </a:ext>
            </a:extLst>
          </p:cNvPr>
          <p:cNvSpPr txBox="1"/>
          <p:nvPr/>
        </p:nvSpPr>
        <p:spPr>
          <a:xfrm>
            <a:off x="4888871" y="2367171"/>
            <a:ext cx="54501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EQ DE HILL</a:t>
            </a:r>
          </a:p>
          <a:p>
            <a:r>
              <a:rPr lang="pt-BR" sz="6600" dirty="0"/>
              <a:t>SIMULINK</a:t>
            </a:r>
          </a:p>
        </p:txBody>
      </p:sp>
    </p:spTree>
    <p:extLst>
      <p:ext uri="{BB962C8B-B14F-4D97-AF65-F5344CB8AC3E}">
        <p14:creationId xmlns:p14="http://schemas.microsoft.com/office/powerpoint/2010/main" val="323172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5801F6A7-CC8F-C457-02BA-CD3F45E56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919"/>
            <a:ext cx="12192000" cy="614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7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E046C65-C964-AED8-3E2F-776E6B1AE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114"/>
            <a:ext cx="12192000" cy="490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5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BCCD8D1-1911-CE0F-548C-048A2EB8B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22" y="0"/>
            <a:ext cx="11335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7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940A543-A054-D85F-F7E6-77778662C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1814287"/>
            <a:ext cx="1126012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7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75CC-AE08-B91D-354C-F3909287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F27832-BEB2-C3DF-7287-EB86487E3210}"/>
              </a:ext>
            </a:extLst>
          </p:cNvPr>
          <p:cNvSpPr/>
          <p:nvPr/>
        </p:nvSpPr>
        <p:spPr>
          <a:xfrm>
            <a:off x="-135802" y="-237653"/>
            <a:ext cx="4517679" cy="73333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BE7296-8B29-C7E7-D771-6F6475210F68}"/>
              </a:ext>
            </a:extLst>
          </p:cNvPr>
          <p:cNvSpPr txBox="1"/>
          <p:nvPr/>
        </p:nvSpPr>
        <p:spPr>
          <a:xfrm>
            <a:off x="4888871" y="1859340"/>
            <a:ext cx="54501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RVDB</a:t>
            </a:r>
          </a:p>
          <a:p>
            <a:r>
              <a:rPr lang="pt-BR" sz="6600" dirty="0"/>
              <a:t>App </a:t>
            </a:r>
            <a:r>
              <a:rPr lang="pt-BR" sz="6600" b="1" dirty="0"/>
              <a:t>curta</a:t>
            </a:r>
          </a:p>
          <a:p>
            <a:r>
              <a:rPr lang="pt-BR" sz="6600" dirty="0"/>
              <a:t>SIMULINK</a:t>
            </a:r>
          </a:p>
        </p:txBody>
      </p:sp>
    </p:spTree>
    <p:extLst>
      <p:ext uri="{BB962C8B-B14F-4D97-AF65-F5344CB8AC3E}">
        <p14:creationId xmlns:p14="http://schemas.microsoft.com/office/powerpoint/2010/main" val="207999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F434C3-2B0C-0193-0992-C5450502D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5828"/>
            <a:ext cx="12192000" cy="36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0AB47-9778-5593-9D14-E1206306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F79021-850B-8F79-F4A9-ACCD98F2A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594"/>
            <a:ext cx="12192000" cy="379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88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7EC8-9523-CC56-514D-6711B170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37C91CD-9F9E-D00F-71BE-50BBFF573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042"/>
            <a:ext cx="12192000" cy="460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8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FA54-99C0-B1C2-4A5F-CB834CF0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87E1326-06E4-D119-9E1C-8740A6638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238" y="0"/>
            <a:ext cx="9105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91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90905-C658-64B6-A4C3-249AC361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912DD3C-AF56-FB06-D9D0-9B7DD4AB6F37}"/>
              </a:ext>
            </a:extLst>
          </p:cNvPr>
          <p:cNvSpPr/>
          <p:nvPr/>
        </p:nvSpPr>
        <p:spPr>
          <a:xfrm>
            <a:off x="-135802" y="-237653"/>
            <a:ext cx="4517679" cy="73333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15AA941-1E26-0D40-A41E-17A399A21E35}"/>
              </a:ext>
            </a:extLst>
          </p:cNvPr>
          <p:cNvSpPr txBox="1"/>
          <p:nvPr/>
        </p:nvSpPr>
        <p:spPr>
          <a:xfrm>
            <a:off x="4888871" y="1859340"/>
            <a:ext cx="54501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RVDB</a:t>
            </a:r>
          </a:p>
          <a:p>
            <a:r>
              <a:rPr lang="pt-BR" sz="6600" dirty="0"/>
              <a:t>App </a:t>
            </a:r>
            <a:r>
              <a:rPr lang="pt-BR" sz="6600" b="1" dirty="0"/>
              <a:t>final</a:t>
            </a:r>
          </a:p>
          <a:p>
            <a:r>
              <a:rPr lang="pt-BR" sz="6600" dirty="0"/>
              <a:t>SIMULINK</a:t>
            </a:r>
          </a:p>
        </p:txBody>
      </p:sp>
    </p:spTree>
    <p:extLst>
      <p:ext uri="{BB962C8B-B14F-4D97-AF65-F5344CB8AC3E}">
        <p14:creationId xmlns:p14="http://schemas.microsoft.com/office/powerpoint/2010/main" val="1882922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06FA11F-420D-2E96-87BF-59CA92827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7" y="0"/>
            <a:ext cx="12132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48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D22E898-58B6-9C50-23AF-179C20E40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728"/>
            <a:ext cx="12192000" cy="228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32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8089D74-8A7B-F433-FE39-1F10EBDE2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69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46D1-170F-2557-61BB-7B63CB93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552EBE1-1C77-5754-ADB6-2D13E7075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9228"/>
            <a:ext cx="12192000" cy="419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47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DD37-884D-B3A3-6C67-DAC5FA8E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969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B686-E9AC-AB0C-FB58-2BAD7F2E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104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BE6E7-3E4A-396F-A00B-36D1D590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589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0C87-F941-E9F3-8927-0FFFE09F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061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12</Words>
  <Application>Microsoft Office PowerPoint</Application>
  <PresentationFormat>Widescreen</PresentationFormat>
  <Paragraphs>8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Oliveira</dc:creator>
  <cp:lastModifiedBy>Alexandre Oliveira</cp:lastModifiedBy>
  <cp:revision>2</cp:revision>
  <dcterms:created xsi:type="dcterms:W3CDTF">2026-03-04T18:06:49Z</dcterms:created>
  <dcterms:modified xsi:type="dcterms:W3CDTF">2026-03-04T19:50:18Z</dcterms:modified>
</cp:coreProperties>
</file>