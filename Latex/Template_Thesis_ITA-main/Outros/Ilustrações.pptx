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324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5E7EC-5C19-469C-B0D8-81428F65EBA3}" v="157" dt="2025-08-18T18:26:0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6" autoAdjust="0"/>
    <p:restoredTop sz="94660"/>
  </p:normalViewPr>
  <p:slideViewPr>
    <p:cSldViewPr snapToGrid="0">
      <p:cViewPr>
        <p:scale>
          <a:sx n="66" d="100"/>
          <a:sy n="66" d="100"/>
        </p:scale>
        <p:origin x="1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Oliveira" userId="f4e17021f22116f5" providerId="LiveId" clId="{69D5E7EC-5C19-469C-B0D8-81428F65EBA3}"/>
    <pc:docChg chg="undo custSel addSld delSld modSld">
      <pc:chgData name="Alexandre Oliveira" userId="f4e17021f22116f5" providerId="LiveId" clId="{69D5E7EC-5C19-469C-B0D8-81428F65EBA3}" dt="2025-08-18T18:27:21.257" v="630" actId="47"/>
      <pc:docMkLst>
        <pc:docMk/>
      </pc:docMkLst>
      <pc:sldChg chg="delSp new del mod">
        <pc:chgData name="Alexandre Oliveira" userId="f4e17021f22116f5" providerId="LiveId" clId="{69D5E7EC-5C19-469C-B0D8-81428F65EBA3}" dt="2025-08-18T16:23:26.196" v="78" actId="47"/>
        <pc:sldMkLst>
          <pc:docMk/>
          <pc:sldMk cId="3807584408" sldId="256"/>
        </pc:sldMkLst>
        <pc:spChg chg="del">
          <ac:chgData name="Alexandre Oliveira" userId="f4e17021f22116f5" providerId="LiveId" clId="{69D5E7EC-5C19-469C-B0D8-81428F65EBA3}" dt="2025-08-18T16:22:30.254" v="1" actId="478"/>
          <ac:spMkLst>
            <pc:docMk/>
            <pc:sldMk cId="3807584408" sldId="256"/>
            <ac:spMk id="2" creationId="{F7499955-2C44-D9A7-0EA1-AAF143A316EF}"/>
          </ac:spMkLst>
        </pc:spChg>
        <pc:spChg chg="del">
          <ac:chgData name="Alexandre Oliveira" userId="f4e17021f22116f5" providerId="LiveId" clId="{69D5E7EC-5C19-469C-B0D8-81428F65EBA3}" dt="2025-08-18T16:22:31.253" v="2" actId="478"/>
          <ac:spMkLst>
            <pc:docMk/>
            <pc:sldMk cId="3807584408" sldId="256"/>
            <ac:spMk id="3" creationId="{793141C2-6EDF-7123-4175-36C897EF16D2}"/>
          </ac:spMkLst>
        </pc:spChg>
      </pc:sldChg>
      <pc:sldChg chg="addSp modSp add mod">
        <pc:chgData name="Alexandre Oliveira" userId="f4e17021f22116f5" providerId="LiveId" clId="{69D5E7EC-5C19-469C-B0D8-81428F65EBA3}" dt="2025-08-18T16:24:19.294" v="138" actId="20577"/>
        <pc:sldMkLst>
          <pc:docMk/>
          <pc:sldMk cId="3503221234" sldId="323"/>
        </pc:sldMkLst>
        <pc:spChg chg="add mod">
          <ac:chgData name="Alexandre Oliveira" userId="f4e17021f22116f5" providerId="LiveId" clId="{69D5E7EC-5C19-469C-B0D8-81428F65EBA3}" dt="2025-08-18T16:24:19.294" v="138" actId="20577"/>
          <ac:spMkLst>
            <pc:docMk/>
            <pc:sldMk cId="3503221234" sldId="323"/>
            <ac:spMk id="2" creationId="{4690B4EC-34F9-F23F-559D-726DACF6413A}"/>
          </ac:spMkLst>
        </pc:spChg>
        <pc:spChg chg="add mod">
          <ac:chgData name="Alexandre Oliveira" userId="f4e17021f22116f5" providerId="LiveId" clId="{69D5E7EC-5C19-469C-B0D8-81428F65EBA3}" dt="2025-08-18T16:24:08.482" v="101" actId="20577"/>
          <ac:spMkLst>
            <pc:docMk/>
            <pc:sldMk cId="3503221234" sldId="323"/>
            <ac:spMk id="3" creationId="{DCA4832B-BB13-80DA-5854-3759657ACE97}"/>
          </ac:spMkLst>
        </pc:spChg>
        <pc:spChg chg="add mod">
          <ac:chgData name="Alexandre Oliveira" userId="f4e17021f22116f5" providerId="LiveId" clId="{69D5E7EC-5C19-469C-B0D8-81428F65EBA3}" dt="2025-08-18T16:24:04.450" v="94" actId="1076"/>
          <ac:spMkLst>
            <pc:docMk/>
            <pc:sldMk cId="3503221234" sldId="323"/>
            <ac:spMk id="6" creationId="{A0503FFA-D5DB-5A33-7035-2BDDF022DAA9}"/>
          </ac:spMkLst>
        </pc:spChg>
        <pc:spChg chg="add mod">
          <ac:chgData name="Alexandre Oliveira" userId="f4e17021f22116f5" providerId="LiveId" clId="{69D5E7EC-5C19-469C-B0D8-81428F65EBA3}" dt="2025-08-18T16:24:04.450" v="94" actId="1076"/>
          <ac:spMkLst>
            <pc:docMk/>
            <pc:sldMk cId="3503221234" sldId="323"/>
            <ac:spMk id="9" creationId="{C9D0D435-AA48-E2E6-DC94-1B5722A6BBE7}"/>
          </ac:spMkLst>
        </pc:spChg>
      </pc:sldChg>
      <pc:sldChg chg="delSp modSp add del mod">
        <pc:chgData name="Alexandre Oliveira" userId="f4e17021f22116f5" providerId="LiveId" clId="{69D5E7EC-5C19-469C-B0D8-81428F65EBA3}" dt="2025-08-18T16:24:05.641" v="95" actId="47"/>
        <pc:sldMkLst>
          <pc:docMk/>
          <pc:sldMk cId="2351989238" sldId="324"/>
        </pc:sldMkLst>
        <pc:spChg chg="mod">
          <ac:chgData name="Alexandre Oliveira" userId="f4e17021f22116f5" providerId="LiveId" clId="{69D5E7EC-5C19-469C-B0D8-81428F65EBA3}" dt="2025-08-18T16:23:34.763" v="90" actId="20577"/>
          <ac:spMkLst>
            <pc:docMk/>
            <pc:sldMk cId="2351989238" sldId="324"/>
            <ac:spMk id="2" creationId="{50855A13-ED7D-FE62-F302-D4A3AD300EB0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37" creationId="{5E05CBBC-687F-F3F5-AFB2-34C6E777F712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42" creationId="{C7E56F3E-2732-DE1B-BE3F-21BBE1D41266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43" creationId="{5C9AF454-FF15-3456-DCF4-493AD5C769DD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44" creationId="{36FB16C3-60D7-4FDE-D5AA-D040144181E4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46" creationId="{34F20AC2-6F8B-B1EA-2674-A3E31CBD2366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47" creationId="{FB5DC374-1827-A9BA-31B5-B7F794B86560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48" creationId="{9B998D3B-665E-F6B7-F966-08339FE402A6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54" creationId="{A05DFDCD-EDB7-BEFF-B33C-A70A1D873B36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55" creationId="{B9A67D96-9032-6A1F-12EF-15798F64CB36}"/>
          </ac:spMkLst>
        </pc:spChg>
        <pc:spChg chg="mod topLvl">
          <ac:chgData name="Alexandre Oliveira" userId="f4e17021f22116f5" providerId="LiveId" clId="{69D5E7EC-5C19-469C-B0D8-81428F65EBA3}" dt="2025-08-18T16:23:45.027" v="92" actId="165"/>
          <ac:spMkLst>
            <pc:docMk/>
            <pc:sldMk cId="2351989238" sldId="324"/>
            <ac:spMk id="56" creationId="{7508E44A-3548-A355-6D3A-80F1B3E97532}"/>
          </ac:spMkLst>
        </pc:spChg>
      </pc:sldChg>
      <pc:sldChg chg="addSp delSp modSp add mod">
        <pc:chgData name="Alexandre Oliveira" userId="f4e17021f22116f5" providerId="LiveId" clId="{69D5E7EC-5C19-469C-B0D8-81428F65EBA3}" dt="2025-08-18T16:37:31.756" v="389" actId="14100"/>
        <pc:sldMkLst>
          <pc:docMk/>
          <pc:sldMk cId="4221356639" sldId="324"/>
        </pc:sldMkLst>
        <pc:spChg chg="mod">
          <ac:chgData name="Alexandre Oliveira" userId="f4e17021f22116f5" providerId="LiveId" clId="{69D5E7EC-5C19-469C-B0D8-81428F65EBA3}" dt="2025-08-18T16:24:26.608" v="149" actId="6549"/>
          <ac:spMkLst>
            <pc:docMk/>
            <pc:sldMk cId="4221356639" sldId="324"/>
            <ac:spMk id="2" creationId="{D9F60601-5AFE-D800-831A-C0B77BBFAA0A}"/>
          </ac:spMkLst>
        </pc:spChg>
        <pc:spChg chg="del">
          <ac:chgData name="Alexandre Oliveira" userId="f4e17021f22116f5" providerId="LiveId" clId="{69D5E7EC-5C19-469C-B0D8-81428F65EBA3}" dt="2025-08-18T16:25:23.016" v="155" actId="478"/>
          <ac:spMkLst>
            <pc:docMk/>
            <pc:sldMk cId="4221356639" sldId="324"/>
            <ac:spMk id="5" creationId="{BAA1BF6F-427F-6E3E-4404-011BE116464C}"/>
          </ac:spMkLst>
        </pc:spChg>
        <pc:spChg chg="add del">
          <ac:chgData name="Alexandre Oliveira" userId="f4e17021f22116f5" providerId="LiveId" clId="{69D5E7EC-5C19-469C-B0D8-81428F65EBA3}" dt="2025-08-18T16:30:00.697" v="299" actId="478"/>
          <ac:spMkLst>
            <pc:docMk/>
            <pc:sldMk cId="4221356639" sldId="324"/>
            <ac:spMk id="6" creationId="{88DC8D55-BDC0-2393-0F62-07CECD2DC959}"/>
          </ac:spMkLst>
        </pc:spChg>
        <pc:spChg chg="add mod">
          <ac:chgData name="Alexandre Oliveira" userId="f4e17021f22116f5" providerId="LiveId" clId="{69D5E7EC-5C19-469C-B0D8-81428F65EBA3}" dt="2025-08-18T16:26:53.781" v="195" actId="164"/>
          <ac:spMkLst>
            <pc:docMk/>
            <pc:sldMk cId="4221356639" sldId="324"/>
            <ac:spMk id="16" creationId="{A2B2D2BF-D9EA-CC49-D246-7761DBD7B3F5}"/>
          </ac:spMkLst>
        </pc:spChg>
        <pc:spChg chg="add mod">
          <ac:chgData name="Alexandre Oliveira" userId="f4e17021f22116f5" providerId="LiveId" clId="{69D5E7EC-5C19-469C-B0D8-81428F65EBA3}" dt="2025-08-18T16:26:53.781" v="195" actId="164"/>
          <ac:spMkLst>
            <pc:docMk/>
            <pc:sldMk cId="4221356639" sldId="324"/>
            <ac:spMk id="17" creationId="{28210F0F-FEBA-150A-F01D-052585E201CB}"/>
          </ac:spMkLst>
        </pc:spChg>
        <pc:spChg chg="add mod ord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21" creationId="{C93A01E2-A5CD-F3AC-002D-18F8D5EFFFDF}"/>
          </ac:spMkLst>
        </pc:spChg>
        <pc:spChg chg="add mod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24" creationId="{0997EBD9-92DB-A726-61B7-930C0486AD17}"/>
          </ac:spMkLst>
        </pc:spChg>
        <pc:spChg chg="mod topLvl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33" creationId="{06B63F5D-4458-7B81-8D22-9EFC021E1957}"/>
          </ac:spMkLst>
        </pc:spChg>
        <pc:spChg chg="del mod topLvl">
          <ac:chgData name="Alexandre Oliveira" userId="f4e17021f22116f5" providerId="LiveId" clId="{69D5E7EC-5C19-469C-B0D8-81428F65EBA3}" dt="2025-08-18T16:26:30.126" v="182" actId="478"/>
          <ac:spMkLst>
            <pc:docMk/>
            <pc:sldMk cId="4221356639" sldId="324"/>
            <ac:spMk id="37" creationId="{597C34FF-474F-4513-CE38-829F21FDF870}"/>
          </ac:spMkLst>
        </pc:spChg>
        <pc:spChg chg="mod topLvl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42" creationId="{FB62F742-94AE-B73E-20AB-61D6DF3E3C1B}"/>
          </ac:spMkLst>
        </pc:spChg>
        <pc:spChg chg="del mod topLvl">
          <ac:chgData name="Alexandre Oliveira" userId="f4e17021f22116f5" providerId="LiveId" clId="{69D5E7EC-5C19-469C-B0D8-81428F65EBA3}" dt="2025-08-18T16:26:29.562" v="181" actId="478"/>
          <ac:spMkLst>
            <pc:docMk/>
            <pc:sldMk cId="4221356639" sldId="324"/>
            <ac:spMk id="43" creationId="{9B98AE2C-2C73-ED36-48C6-EC61AC4340AF}"/>
          </ac:spMkLst>
        </pc:spChg>
        <pc:spChg chg="add del mod topLvl">
          <ac:chgData name="Alexandre Oliveira" userId="f4e17021f22116f5" providerId="LiveId" clId="{69D5E7EC-5C19-469C-B0D8-81428F65EBA3}" dt="2025-08-18T16:28:17.154" v="254" actId="478"/>
          <ac:spMkLst>
            <pc:docMk/>
            <pc:sldMk cId="4221356639" sldId="324"/>
            <ac:spMk id="44" creationId="{EDFB7708-9543-EFAF-675A-C15DCFB527E6}"/>
          </ac:spMkLst>
        </pc:spChg>
        <pc:spChg chg="del mod">
          <ac:chgData name="Alexandre Oliveira" userId="f4e17021f22116f5" providerId="LiveId" clId="{69D5E7EC-5C19-469C-B0D8-81428F65EBA3}" dt="2025-08-18T16:31:30.312" v="333" actId="478"/>
          <ac:spMkLst>
            <pc:docMk/>
            <pc:sldMk cId="4221356639" sldId="324"/>
            <ac:spMk id="46" creationId="{64232F54-911C-10D6-967D-4E8A0BB37373}"/>
          </ac:spMkLst>
        </pc:spChg>
        <pc:spChg chg="del mod topLvl">
          <ac:chgData name="Alexandre Oliveira" userId="f4e17021f22116f5" providerId="LiveId" clId="{69D5E7EC-5C19-469C-B0D8-81428F65EBA3}" dt="2025-08-18T16:31:30.312" v="333" actId="478"/>
          <ac:spMkLst>
            <pc:docMk/>
            <pc:sldMk cId="4221356639" sldId="324"/>
            <ac:spMk id="47" creationId="{0F77C162-3E98-CE11-29C3-F205BEFE730F}"/>
          </ac:spMkLst>
        </pc:spChg>
        <pc:spChg chg="mod topLvl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48" creationId="{EB6550F8-BE7C-B6E8-D173-84C723F85B34}"/>
          </ac:spMkLst>
        </pc:spChg>
        <pc:spChg chg="mod topLvl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54" creationId="{BA5376BF-D9C7-DB87-741A-C5A563B7AFD7}"/>
          </ac:spMkLst>
        </pc:spChg>
        <pc:spChg chg="mod topLvl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55" creationId="{4787B38B-8A40-AE09-0BE7-4255458A22B9}"/>
          </ac:spMkLst>
        </pc:spChg>
        <pc:spChg chg="mod topLvl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56" creationId="{C1EE22FC-03EE-430D-5E3C-C8D33CE15406}"/>
          </ac:spMkLst>
        </pc:spChg>
        <pc:spChg chg="add mod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60" creationId="{12EB39B5-3C78-8636-0AA3-6DE42F8BE6E3}"/>
          </ac:spMkLst>
        </pc:spChg>
        <pc:spChg chg="add mod">
          <ac:chgData name="Alexandre Oliveira" userId="f4e17021f22116f5" providerId="LiveId" clId="{69D5E7EC-5C19-469C-B0D8-81428F65EBA3}" dt="2025-08-18T16:37:19.921" v="388" actId="20577"/>
          <ac:spMkLst>
            <pc:docMk/>
            <pc:sldMk cId="4221356639" sldId="324"/>
            <ac:spMk id="61" creationId="{C978AAFE-67A7-97C2-0260-19D29E1DA009}"/>
          </ac:spMkLst>
        </pc:spChg>
        <pc:spChg chg="add del mod">
          <ac:chgData name="Alexandre Oliveira" userId="f4e17021f22116f5" providerId="LiveId" clId="{69D5E7EC-5C19-469C-B0D8-81428F65EBA3}" dt="2025-08-18T16:37:09.603" v="364" actId="478"/>
          <ac:spMkLst>
            <pc:docMk/>
            <pc:sldMk cId="4221356639" sldId="324"/>
            <ac:spMk id="65" creationId="{121BC692-9E70-0EE4-CD64-02BBB0133378}"/>
          </ac:spMkLst>
        </pc:spChg>
        <pc:grpChg chg="add mod">
          <ac:chgData name="Alexandre Oliveira" userId="f4e17021f22116f5" providerId="LiveId" clId="{69D5E7EC-5C19-469C-B0D8-81428F65EBA3}" dt="2025-08-18T16:25:47.207" v="159" actId="164"/>
          <ac:grpSpMkLst>
            <pc:docMk/>
            <pc:sldMk cId="4221356639" sldId="324"/>
            <ac:grpSpMk id="10" creationId="{B7E1746D-8D5C-10CD-6703-A2F9E02A6762}"/>
          </ac:grpSpMkLst>
        </pc:grpChg>
        <pc:grpChg chg="add mod">
          <ac:chgData name="Alexandre Oliveira" userId="f4e17021f22116f5" providerId="LiveId" clId="{69D5E7EC-5C19-469C-B0D8-81428F65EBA3}" dt="2025-08-18T16:33:33.510" v="362" actId="164"/>
          <ac:grpSpMkLst>
            <pc:docMk/>
            <pc:sldMk cId="4221356639" sldId="324"/>
            <ac:grpSpMk id="12" creationId="{2D788DF0-5F7B-9DDA-3CD2-B694B148AF9F}"/>
          </ac:grpSpMkLst>
        </pc:grpChg>
        <pc:grpChg chg="add mod ord">
          <ac:chgData name="Alexandre Oliveira" userId="f4e17021f22116f5" providerId="LiveId" clId="{69D5E7EC-5C19-469C-B0D8-81428F65EBA3}" dt="2025-08-18T16:31:57.005" v="338" actId="164"/>
          <ac:grpSpMkLst>
            <pc:docMk/>
            <pc:sldMk cId="4221356639" sldId="324"/>
            <ac:grpSpMk id="18" creationId="{E710DD98-8DF7-526F-733A-A20A3971F32D}"/>
          </ac:grpSpMkLst>
        </pc:grpChg>
        <pc:grpChg chg="add del mod ord">
          <ac:chgData name="Alexandre Oliveira" userId="f4e17021f22116f5" providerId="LiveId" clId="{69D5E7EC-5C19-469C-B0D8-81428F65EBA3}" dt="2025-08-18T16:32:13.593" v="342" actId="478"/>
          <ac:grpSpMkLst>
            <pc:docMk/>
            <pc:sldMk cId="4221356639" sldId="324"/>
            <ac:grpSpMk id="19" creationId="{9CE601C4-ED41-725E-90AB-124B76B8C853}"/>
          </ac:grpSpMkLst>
        </pc:grpChg>
        <pc:grpChg chg="mod">
          <ac:chgData name="Alexandre Oliveira" userId="f4e17021f22116f5" providerId="LiveId" clId="{69D5E7EC-5C19-469C-B0D8-81428F65EBA3}" dt="2025-08-18T16:25:42.071" v="156" actId="164"/>
          <ac:grpSpMkLst>
            <pc:docMk/>
            <pc:sldMk cId="4221356639" sldId="324"/>
            <ac:grpSpMk id="20" creationId="{E2C28F47-4A32-8722-7D1E-DBEBA6D88044}"/>
          </ac:grpSpMkLst>
        </pc:grpChg>
        <pc:grpChg chg="add mod">
          <ac:chgData name="Alexandre Oliveira" userId="f4e17021f22116f5" providerId="LiveId" clId="{69D5E7EC-5C19-469C-B0D8-81428F65EBA3}" dt="2025-08-18T16:33:33.510" v="362" actId="164"/>
          <ac:grpSpMkLst>
            <pc:docMk/>
            <pc:sldMk cId="4221356639" sldId="324"/>
            <ac:grpSpMk id="62" creationId="{95DC7DCF-2E1A-304D-24E6-BD28EB874A3B}"/>
          </ac:grpSpMkLst>
        </pc:grpChg>
        <pc:grpChg chg="add mod">
          <ac:chgData name="Alexandre Oliveira" userId="f4e17021f22116f5" providerId="LiveId" clId="{69D5E7EC-5C19-469C-B0D8-81428F65EBA3}" dt="2025-08-18T16:33:33.510" v="362" actId="164"/>
          <ac:grpSpMkLst>
            <pc:docMk/>
            <pc:sldMk cId="4221356639" sldId="324"/>
            <ac:grpSpMk id="63" creationId="{DE8A51E3-3457-1FCD-981B-6CD64669B83E}"/>
          </ac:grpSpMkLst>
        </pc:grpChg>
        <pc:grpChg chg="add mod">
          <ac:chgData name="Alexandre Oliveira" userId="f4e17021f22116f5" providerId="LiveId" clId="{69D5E7EC-5C19-469C-B0D8-81428F65EBA3}" dt="2025-08-18T16:37:31.756" v="389" actId="14100"/>
          <ac:grpSpMkLst>
            <pc:docMk/>
            <pc:sldMk cId="4221356639" sldId="324"/>
            <ac:grpSpMk id="64" creationId="{1CFD2CB1-0A7B-968E-4BF1-D5132EC922E8}"/>
          </ac:grpSpMkLst>
        </pc:grpChg>
        <pc:cxnChg chg="mod">
          <ac:chgData name="Alexandre Oliveira" userId="f4e17021f22116f5" providerId="LiveId" clId="{69D5E7EC-5C19-469C-B0D8-81428F65EBA3}" dt="2025-08-18T16:31:57.005" v="338" actId="164"/>
          <ac:cxnSpMkLst>
            <pc:docMk/>
            <pc:sldMk cId="4221356639" sldId="324"/>
            <ac:cxnSpMk id="22" creationId="{0944CDF2-A72B-ED01-A9B0-FEEF39B2FC38}"/>
          </ac:cxnSpMkLst>
        </pc:cxnChg>
        <pc:cxnChg chg="del mod">
          <ac:chgData name="Alexandre Oliveira" userId="f4e17021f22116f5" providerId="LiveId" clId="{69D5E7EC-5C19-469C-B0D8-81428F65EBA3}" dt="2025-08-18T16:29:59.251" v="297" actId="478"/>
          <ac:cxnSpMkLst>
            <pc:docMk/>
            <pc:sldMk cId="4221356639" sldId="324"/>
            <ac:cxnSpMk id="23" creationId="{5AF1FBD3-BD13-8E74-7DEC-FD4D39E275B9}"/>
          </ac:cxnSpMkLst>
        </pc:cxnChg>
        <pc:cxnChg chg="add mod">
          <ac:chgData name="Alexandre Oliveira" userId="f4e17021f22116f5" providerId="LiveId" clId="{69D5E7EC-5C19-469C-B0D8-81428F65EBA3}" dt="2025-08-18T16:31:44" v="336" actId="164"/>
          <ac:cxnSpMkLst>
            <pc:docMk/>
            <pc:sldMk cId="4221356639" sldId="324"/>
            <ac:cxnSpMk id="25" creationId="{37612C66-E4E5-BFF2-911B-C010404B7506}"/>
          </ac:cxnSpMkLst>
        </pc:cxnChg>
        <pc:cxnChg chg="del mod">
          <ac:chgData name="Alexandre Oliveira" userId="f4e17021f22116f5" providerId="LiveId" clId="{69D5E7EC-5C19-469C-B0D8-81428F65EBA3}" dt="2025-08-18T16:30:01.346" v="300" actId="478"/>
          <ac:cxnSpMkLst>
            <pc:docMk/>
            <pc:sldMk cId="4221356639" sldId="324"/>
            <ac:cxnSpMk id="29" creationId="{7C51F618-B763-1428-7E30-C69B6A28A1A4}"/>
          </ac:cxnSpMkLst>
        </pc:cxnChg>
        <pc:cxnChg chg="add del mod">
          <ac:chgData name="Alexandre Oliveira" userId="f4e17021f22116f5" providerId="LiveId" clId="{69D5E7EC-5C19-469C-B0D8-81428F65EBA3}" dt="2025-08-18T16:30:36.193" v="308" actId="478"/>
          <ac:cxnSpMkLst>
            <pc:docMk/>
            <pc:sldMk cId="4221356639" sldId="324"/>
            <ac:cxnSpMk id="38" creationId="{A3E5962C-1479-DFCA-20D0-EB38D6E3FC69}"/>
          </ac:cxnSpMkLst>
        </pc:cxnChg>
        <pc:cxnChg chg="add mod ord">
          <ac:chgData name="Alexandre Oliveira" userId="f4e17021f22116f5" providerId="LiveId" clId="{69D5E7EC-5C19-469C-B0D8-81428F65EBA3}" dt="2025-08-18T16:31:57.005" v="338" actId="164"/>
          <ac:cxnSpMkLst>
            <pc:docMk/>
            <pc:sldMk cId="4221356639" sldId="324"/>
            <ac:cxnSpMk id="50" creationId="{5B1369C2-BD67-D421-261A-9F96B817C39D}"/>
          </ac:cxnSpMkLst>
        </pc:cxnChg>
      </pc:sldChg>
      <pc:sldChg chg="addSp delSp modSp add del mod">
        <pc:chgData name="Alexandre Oliveira" userId="f4e17021f22116f5" providerId="LiveId" clId="{69D5E7EC-5C19-469C-B0D8-81428F65EBA3}" dt="2025-08-18T18:27:21.257" v="630" actId="47"/>
        <pc:sldMkLst>
          <pc:docMk/>
          <pc:sldMk cId="2439823836" sldId="325"/>
        </pc:sldMkLst>
        <pc:spChg chg="mod">
          <ac:chgData name="Alexandre Oliveira" userId="f4e17021f22116f5" providerId="LiveId" clId="{69D5E7EC-5C19-469C-B0D8-81428F65EBA3}" dt="2025-08-18T18:10:44.702" v="427" actId="20577"/>
          <ac:spMkLst>
            <pc:docMk/>
            <pc:sldMk cId="2439823836" sldId="325"/>
            <ac:spMk id="2" creationId="{408F3130-2D44-C881-8F5C-9ACEB55D2B7F}"/>
          </ac:spMkLst>
        </pc:spChg>
        <pc:spChg chg="add mod">
          <ac:chgData name="Alexandre Oliveira" userId="f4e17021f22116f5" providerId="LiveId" clId="{69D5E7EC-5C19-469C-B0D8-81428F65EBA3}" dt="2025-08-18T18:11:00.704" v="453" actId="1076"/>
          <ac:spMkLst>
            <pc:docMk/>
            <pc:sldMk cId="2439823836" sldId="325"/>
            <ac:spMk id="5" creationId="{B818B5E0-2EA9-0E66-8A3C-C5282F9E5AA7}"/>
          </ac:spMkLst>
        </pc:spChg>
        <pc:spChg chg="mod">
          <ac:chgData name="Alexandre Oliveira" userId="f4e17021f22116f5" providerId="LiveId" clId="{69D5E7EC-5C19-469C-B0D8-81428F65EBA3}" dt="2025-08-18T18:10:51.580" v="449" actId="20577"/>
          <ac:spMkLst>
            <pc:docMk/>
            <pc:sldMk cId="2439823836" sldId="325"/>
            <ac:spMk id="6" creationId="{EAEE88D2-1F07-60DD-7147-7C59CE74A553}"/>
          </ac:spMkLst>
        </pc:spChg>
        <pc:grpChg chg="add del">
          <ac:chgData name="Alexandre Oliveira" userId="f4e17021f22116f5" providerId="LiveId" clId="{69D5E7EC-5C19-469C-B0D8-81428F65EBA3}" dt="2025-08-18T18:11:03.129" v="454" actId="478"/>
          <ac:grpSpMkLst>
            <pc:docMk/>
            <pc:sldMk cId="2439823836" sldId="325"/>
            <ac:grpSpMk id="64" creationId="{D5B752DC-B1C9-55B5-F70B-74EADC3FFF0C}"/>
          </ac:grpSpMkLst>
        </pc:grpChg>
        <pc:picChg chg="add del mod ord modCrop">
          <ac:chgData name="Alexandre Oliveira" userId="f4e17021f22116f5" providerId="LiveId" clId="{69D5E7EC-5C19-469C-B0D8-81428F65EBA3}" dt="2025-08-18T18:27:19.489" v="629" actId="478"/>
          <ac:picMkLst>
            <pc:docMk/>
            <pc:sldMk cId="2439823836" sldId="325"/>
            <ac:picMk id="14" creationId="{9831BED4-2A4B-D9F7-6918-7CF45F67A740}"/>
          </ac:picMkLst>
        </pc:picChg>
        <pc:picChg chg="add del mod">
          <ac:chgData name="Alexandre Oliveira" userId="f4e17021f22116f5" providerId="LiveId" clId="{69D5E7EC-5C19-469C-B0D8-81428F65EBA3}" dt="2025-08-18T18:14:04.855" v="469" actId="478"/>
          <ac:picMkLst>
            <pc:docMk/>
            <pc:sldMk cId="2439823836" sldId="325"/>
            <ac:picMk id="15" creationId="{B726ADBF-729F-3088-E733-009E6E25F550}"/>
          </ac:picMkLst>
        </pc:picChg>
        <pc:picChg chg="add del mod">
          <ac:chgData name="Alexandre Oliveira" userId="f4e17021f22116f5" providerId="LiveId" clId="{69D5E7EC-5C19-469C-B0D8-81428F65EBA3}" dt="2025-08-18T18:14:05.325" v="470" actId="478"/>
          <ac:picMkLst>
            <pc:docMk/>
            <pc:sldMk cId="2439823836" sldId="325"/>
            <ac:picMk id="16" creationId="{6DEEEA66-496B-8CE9-5635-31AD26A9DA32}"/>
          </ac:picMkLst>
        </pc:picChg>
        <pc:picChg chg="add mod">
          <ac:chgData name="Alexandre Oliveira" userId="f4e17021f22116f5" providerId="LiveId" clId="{69D5E7EC-5C19-469C-B0D8-81428F65EBA3}" dt="2025-08-18T18:11:56.559" v="459"/>
          <ac:picMkLst>
            <pc:docMk/>
            <pc:sldMk cId="2439823836" sldId="325"/>
            <ac:picMk id="17" creationId="{42E8A027-66C7-7DE3-4CE4-5BCB4EC25556}"/>
          </ac:picMkLst>
        </pc:picChg>
        <pc:picChg chg="add mod">
          <ac:chgData name="Alexandre Oliveira" userId="f4e17021f22116f5" providerId="LiveId" clId="{69D5E7EC-5C19-469C-B0D8-81428F65EBA3}" dt="2025-08-18T18:11:56.700" v="460"/>
          <ac:picMkLst>
            <pc:docMk/>
            <pc:sldMk cId="2439823836" sldId="325"/>
            <ac:picMk id="19" creationId="{31050405-8172-7291-8529-9BB1BC7EDD46}"/>
          </ac:picMkLst>
        </pc:picChg>
        <pc:picChg chg="add del mod">
          <ac:chgData name="Alexandre Oliveira" userId="f4e17021f22116f5" providerId="LiveId" clId="{69D5E7EC-5C19-469C-B0D8-81428F65EBA3}" dt="2025-08-18T18:14:38.272" v="482" actId="478"/>
          <ac:picMkLst>
            <pc:docMk/>
            <pc:sldMk cId="2439823836" sldId="325"/>
            <ac:picMk id="23" creationId="{56E0C337-47E3-B4CC-60E1-BDB6F13C4161}"/>
          </ac:picMkLst>
        </pc:picChg>
        <pc:picChg chg="add del mod">
          <ac:chgData name="Alexandre Oliveira" userId="f4e17021f22116f5" providerId="LiveId" clId="{69D5E7EC-5C19-469C-B0D8-81428F65EBA3}" dt="2025-08-18T18:14:37.779" v="481" actId="478"/>
          <ac:picMkLst>
            <pc:docMk/>
            <pc:sldMk cId="2439823836" sldId="325"/>
            <ac:picMk id="26" creationId="{7B212380-75C9-2BCF-8890-0CDAB065098E}"/>
          </ac:picMkLst>
        </pc:picChg>
        <pc:picChg chg="add del mod">
          <ac:chgData name="Alexandre Oliveira" userId="f4e17021f22116f5" providerId="LiveId" clId="{69D5E7EC-5C19-469C-B0D8-81428F65EBA3}" dt="2025-08-18T18:14:22.199" v="478" actId="478"/>
          <ac:picMkLst>
            <pc:docMk/>
            <pc:sldMk cId="2439823836" sldId="325"/>
            <ac:picMk id="27" creationId="{C84306E0-378A-9217-8B05-A0F97182C4FB}"/>
          </ac:picMkLst>
        </pc:picChg>
        <pc:picChg chg="add del mod ord">
          <ac:chgData name="Alexandre Oliveira" userId="f4e17021f22116f5" providerId="LiveId" clId="{69D5E7EC-5C19-469C-B0D8-81428F65EBA3}" dt="2025-08-18T18:27:19.489" v="629" actId="478"/>
          <ac:picMkLst>
            <pc:docMk/>
            <pc:sldMk cId="2439823836" sldId="325"/>
            <ac:picMk id="28" creationId="{25C8F502-7D50-4AFA-DFE3-56EAC79571D7}"/>
          </ac:picMkLst>
        </pc:picChg>
        <pc:picChg chg="add del mod ord">
          <ac:chgData name="Alexandre Oliveira" userId="f4e17021f22116f5" providerId="LiveId" clId="{69D5E7EC-5C19-469C-B0D8-81428F65EBA3}" dt="2025-08-18T18:20:08.748" v="531" actId="478"/>
          <ac:picMkLst>
            <pc:docMk/>
            <pc:sldMk cId="2439823836" sldId="325"/>
            <ac:picMk id="45" creationId="{B2EA1F1D-DAF9-D56A-FB08-C856937BE155}"/>
          </ac:picMkLst>
        </pc:picChg>
        <pc:picChg chg="add del mod">
          <ac:chgData name="Alexandre Oliveira" userId="f4e17021f22116f5" providerId="LiveId" clId="{69D5E7EC-5C19-469C-B0D8-81428F65EBA3}" dt="2025-08-18T18:22:54.045" v="559" actId="478"/>
          <ac:picMkLst>
            <pc:docMk/>
            <pc:sldMk cId="2439823836" sldId="325"/>
            <ac:picMk id="52" creationId="{CB2D045D-ABC9-B2AB-261B-2C65C15B6829}"/>
          </ac:picMkLst>
        </pc:picChg>
        <pc:picChg chg="add del mod">
          <ac:chgData name="Alexandre Oliveira" userId="f4e17021f22116f5" providerId="LiveId" clId="{69D5E7EC-5C19-469C-B0D8-81428F65EBA3}" dt="2025-08-18T18:21:02.784" v="543" actId="478"/>
          <ac:picMkLst>
            <pc:docMk/>
            <pc:sldMk cId="2439823836" sldId="325"/>
            <ac:picMk id="53" creationId="{D670D82A-3E41-B6ED-6B7C-7AC225E62B48}"/>
          </ac:picMkLst>
        </pc:picChg>
        <pc:picChg chg="add del mod">
          <ac:chgData name="Alexandre Oliveira" userId="f4e17021f22116f5" providerId="LiveId" clId="{69D5E7EC-5C19-469C-B0D8-81428F65EBA3}" dt="2025-08-18T18:27:19.489" v="629" actId="478"/>
          <ac:picMkLst>
            <pc:docMk/>
            <pc:sldMk cId="2439823836" sldId="325"/>
            <ac:picMk id="72" creationId="{83B12325-188B-0F75-4113-E3EC48A991D7}"/>
          </ac:picMkLst>
        </pc:picChg>
        <pc:picChg chg="add del mod">
          <ac:chgData name="Alexandre Oliveira" userId="f4e17021f22116f5" providerId="LiveId" clId="{69D5E7EC-5C19-469C-B0D8-81428F65EBA3}" dt="2025-08-18T18:27:19.489" v="629" actId="478"/>
          <ac:picMkLst>
            <pc:docMk/>
            <pc:sldMk cId="2439823836" sldId="325"/>
            <ac:picMk id="77" creationId="{E66E9BB7-1828-7BE8-2172-6BFE8C8CCC3D}"/>
          </ac:picMkLst>
        </pc:picChg>
        <pc:cxnChg chg="mod">
          <ac:chgData name="Alexandre Oliveira" userId="f4e17021f22116f5" providerId="LiveId" clId="{69D5E7EC-5C19-469C-B0D8-81428F65EBA3}" dt="2025-08-18T18:11:03.129" v="454" actId="478"/>
          <ac:cxnSpMkLst>
            <pc:docMk/>
            <pc:sldMk cId="2439823836" sldId="325"/>
            <ac:cxnSpMk id="25" creationId="{37F82DD0-0360-0656-FA44-3C8A429308DA}"/>
          </ac:cxnSpMkLst>
        </pc:cxnChg>
        <pc:cxnChg chg="add mod">
          <ac:chgData name="Alexandre Oliveira" userId="f4e17021f22116f5" providerId="LiveId" clId="{69D5E7EC-5C19-469C-B0D8-81428F65EBA3}" dt="2025-08-18T18:17:05.497" v="515" actId="1582"/>
          <ac:cxnSpMkLst>
            <pc:docMk/>
            <pc:sldMk cId="2439823836" sldId="325"/>
            <ac:cxnSpMk id="30" creationId="{4BBAC011-8FC0-4E13-14DF-A714E5F067A3}"/>
          </ac:cxnSpMkLst>
        </pc:cxnChg>
        <pc:cxnChg chg="add del mod">
          <ac:chgData name="Alexandre Oliveira" userId="f4e17021f22116f5" providerId="LiveId" clId="{69D5E7EC-5C19-469C-B0D8-81428F65EBA3}" dt="2025-08-18T18:27:19.489" v="629" actId="478"/>
          <ac:cxnSpMkLst>
            <pc:docMk/>
            <pc:sldMk cId="2439823836" sldId="325"/>
            <ac:cxnSpMk id="34" creationId="{4B11CB5F-2D93-0B83-16C7-30A651D114CB}"/>
          </ac:cxnSpMkLst>
        </pc:cxnChg>
        <pc:cxnChg chg="add del mod">
          <ac:chgData name="Alexandre Oliveira" userId="f4e17021f22116f5" providerId="LiveId" clId="{69D5E7EC-5C19-469C-B0D8-81428F65EBA3}" dt="2025-08-18T18:27:19.489" v="629" actId="478"/>
          <ac:cxnSpMkLst>
            <pc:docMk/>
            <pc:sldMk cId="2439823836" sldId="325"/>
            <ac:cxnSpMk id="40" creationId="{5E769A90-1726-1767-7EB5-DD8F0A352A20}"/>
          </ac:cxnSpMkLst>
        </pc:cxnChg>
        <pc:cxnChg chg="add del mod">
          <ac:chgData name="Alexandre Oliveira" userId="f4e17021f22116f5" providerId="LiveId" clId="{69D5E7EC-5C19-469C-B0D8-81428F65EBA3}" dt="2025-08-18T18:20:17.289" v="534" actId="478"/>
          <ac:cxnSpMkLst>
            <pc:docMk/>
            <pc:sldMk cId="2439823836" sldId="325"/>
            <ac:cxnSpMk id="51" creationId="{BA92480A-D6E1-7151-A2F5-1882B36721F1}"/>
          </ac:cxnSpMkLst>
        </pc:cxnChg>
        <pc:cxnChg chg="add del mod">
          <ac:chgData name="Alexandre Oliveira" userId="f4e17021f22116f5" providerId="LiveId" clId="{69D5E7EC-5C19-469C-B0D8-81428F65EBA3}" dt="2025-08-18T18:22:52.109" v="557" actId="478"/>
          <ac:cxnSpMkLst>
            <pc:docMk/>
            <pc:sldMk cId="2439823836" sldId="325"/>
            <ac:cxnSpMk id="59" creationId="{7BCEC3D1-28BE-D535-ACF1-CBAE5E4F5555}"/>
          </ac:cxnSpMkLst>
        </pc:cxnChg>
        <pc:cxnChg chg="add del mod">
          <ac:chgData name="Alexandre Oliveira" userId="f4e17021f22116f5" providerId="LiveId" clId="{69D5E7EC-5C19-469C-B0D8-81428F65EBA3}" dt="2025-08-18T18:22:53.371" v="558" actId="478"/>
          <ac:cxnSpMkLst>
            <pc:docMk/>
            <pc:sldMk cId="2439823836" sldId="325"/>
            <ac:cxnSpMk id="65" creationId="{07202079-99A2-B6DF-DD2B-6ED6D7B7492B}"/>
          </ac:cxnSpMkLst>
        </pc:cxnChg>
        <pc:cxnChg chg="add mod">
          <ac:chgData name="Alexandre Oliveira" userId="f4e17021f22116f5" providerId="LiveId" clId="{69D5E7EC-5C19-469C-B0D8-81428F65EBA3}" dt="2025-08-18T18:25:34.658" v="610" actId="14100"/>
          <ac:cxnSpMkLst>
            <pc:docMk/>
            <pc:sldMk cId="2439823836" sldId="325"/>
            <ac:cxnSpMk id="71" creationId="{B40BE5D0-DEA0-C282-EEEE-A54D84239A6C}"/>
          </ac:cxnSpMkLst>
        </pc:cxnChg>
        <pc:cxnChg chg="add del mod">
          <ac:chgData name="Alexandre Oliveira" userId="f4e17021f22116f5" providerId="LiveId" clId="{69D5E7EC-5C19-469C-B0D8-81428F65EBA3}" dt="2025-08-18T18:27:19.489" v="629" actId="478"/>
          <ac:cxnSpMkLst>
            <pc:docMk/>
            <pc:sldMk cId="2439823836" sldId="325"/>
            <ac:cxnSpMk id="73" creationId="{C9D29F95-CBC5-CE5C-9426-FD54FCDF8D7F}"/>
          </ac:cxnSpMkLst>
        </pc:cxnChg>
        <pc:cxnChg chg="add mod">
          <ac:chgData name="Alexandre Oliveira" userId="f4e17021f22116f5" providerId="LiveId" clId="{69D5E7EC-5C19-469C-B0D8-81428F65EBA3}" dt="2025-08-18T18:25:24.550" v="607" actId="1037"/>
          <ac:cxnSpMkLst>
            <pc:docMk/>
            <pc:sldMk cId="2439823836" sldId="325"/>
            <ac:cxnSpMk id="76" creationId="{2200DDF8-1F91-31D1-C505-1C4DD2CBD929}"/>
          </ac:cxnSpMkLst>
        </pc:cxnChg>
        <pc:cxnChg chg="add mod">
          <ac:chgData name="Alexandre Oliveira" userId="f4e17021f22116f5" providerId="LiveId" clId="{69D5E7EC-5C19-469C-B0D8-81428F65EBA3}" dt="2025-08-18T18:24:38.745" v="594" actId="1036"/>
          <ac:cxnSpMkLst>
            <pc:docMk/>
            <pc:sldMk cId="2439823836" sldId="325"/>
            <ac:cxnSpMk id="78" creationId="{9728DFE3-9943-C902-DE10-5DC8FB5B1D58}"/>
          </ac:cxnSpMkLst>
        </pc:cxnChg>
        <pc:cxnChg chg="add del mod">
          <ac:chgData name="Alexandre Oliveira" userId="f4e17021f22116f5" providerId="LiveId" clId="{69D5E7EC-5C19-469C-B0D8-81428F65EBA3}" dt="2025-08-18T18:27:19.489" v="629" actId="478"/>
          <ac:cxnSpMkLst>
            <pc:docMk/>
            <pc:sldMk cId="2439823836" sldId="325"/>
            <ac:cxnSpMk id="80" creationId="{39602691-2355-9FDD-EA87-C76E78E195A3}"/>
          </ac:cxnSpMkLst>
        </pc:cxnChg>
        <pc:cxnChg chg="add del mod">
          <ac:chgData name="Alexandre Oliveira" userId="f4e17021f22116f5" providerId="LiveId" clId="{69D5E7EC-5C19-469C-B0D8-81428F65EBA3}" dt="2025-08-18T18:27:19.489" v="629" actId="478"/>
          <ac:cxnSpMkLst>
            <pc:docMk/>
            <pc:sldMk cId="2439823836" sldId="325"/>
            <ac:cxnSpMk id="84" creationId="{6E0DCEDA-AFB8-EBB7-177E-16EABA5FBEED}"/>
          </ac:cxnSpMkLst>
        </pc:cxnChg>
        <pc:cxnChg chg="add del mod">
          <ac:chgData name="Alexandre Oliveira" userId="f4e17021f22116f5" providerId="LiveId" clId="{69D5E7EC-5C19-469C-B0D8-81428F65EBA3}" dt="2025-08-18T18:27:19.489" v="629" actId="478"/>
          <ac:cxnSpMkLst>
            <pc:docMk/>
            <pc:sldMk cId="2439823836" sldId="325"/>
            <ac:cxnSpMk id="86" creationId="{072F3191-5499-E16C-8C80-D40AE8C2187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2DF12-C7F8-8680-99C4-5D7241C5A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EF0DF2-BBEF-F535-EA41-17FF17761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71D3AB-418D-E094-DFED-84030757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EB083B-4586-2EF7-075E-5FB5B3EE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678AC5-2CF4-F61D-1F4C-FD2CB9E8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69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AE89B-5C5C-8EE8-84DA-24693449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BCB3B9-AD3F-7A94-9011-7363D1786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27B95F-8D36-7B54-C0C4-1F2CC2A5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F1A052-35D1-2FEA-FB63-A3FC6625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023018-830E-E7CC-548F-62E4A9FD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01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FA3D0-0C54-B1F8-2C97-7BABE5AE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B1891A-6634-B209-A93E-05FA70CF3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65AB2-62CE-1A09-A5E2-2D903E8C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FC6EDD-4479-D7D1-C856-36EFF1FA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55B129-780A-5D10-A7EE-5B3F349B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51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CFFE6-B7ED-1ACD-4F22-AACC38B8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C56DC0-2136-8C39-D799-CB750EA26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7A2A73-0C39-0514-5169-A93AF61C3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8AD521-5B8A-38DD-D35D-3B223DD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FE3E6C-E1BD-5CC7-1636-5959E795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63ACA0-AEEF-B417-4C4F-44A9B042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71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59952-056D-EBB7-089B-68922CA5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901C9F-B306-C099-B894-DCD74987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7909DE-AFFE-DBD2-E3D7-1DC022397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17F6C9-9C64-7CBF-74BC-E241EA764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A726C2-A406-B3E5-5538-5B78E9D48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A8A90AD-B9EC-B883-4B78-51E3BD0A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BD8B58-2D16-91D1-209F-A4886D07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451E0F-0BD5-CC68-BA23-42D7BE3E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74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94826-7BB0-4ED4-A8D6-7AD30FE8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AFDE81-28A2-E42F-77CF-1A0E177B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BF61D5-C751-FE11-C65C-ACA830D06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53923CB-F039-471F-F49B-1A951E1C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3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1FD8D1-F9CE-3D0F-F1B2-6227DC05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47A58E-FCA4-76D0-6363-AAF4DE18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F222DC-5352-FCB7-6D82-14C2F1EF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41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9C99D-923D-6EA8-C028-18CE0622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A6A78C-8117-8F11-3F7D-7201A127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2B5D3B-F39B-5C5A-BF65-9B58D37E5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C7FD25-FB38-8D39-9181-9A584F03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132E44-6835-DC99-96FD-A75917C1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A7BDFB-87FA-892F-E6F5-065717BA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19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C3102-5ADF-D5D6-C8CF-034BF776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38CB4F-A919-9EC6-EE58-7F5189ED8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254344-182A-0DB5-1580-42C92B6E4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37291F-D12B-3C91-B19E-BC5AD26A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389CF5-D3ED-35BD-48D9-3FF8B774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5FC6A4-7F56-CFB4-B0D6-9A25666B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79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D217F-785E-136A-7F53-AB1E3567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E21B8B-E755-FCC0-BB91-91F673366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BE067D-1030-2232-7EDC-11D63BCD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250D04-AC40-C1A2-8805-AA0B2973E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FDD15C-97D6-B989-20AF-B333C7BB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99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D62EBD-1CA4-6915-63B2-EB98641F6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EF71A8-913B-E77D-637F-E5D1A9B86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1720B4-B212-E3AA-2411-07E80EF2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EE561E-12B5-43D8-3098-3361045D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A9DC8F-8C61-62F1-3DC6-9BD6FFDD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84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A867D6-2A9F-387F-BA4B-0E88141C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884574-62FA-F713-509D-6BF8340BF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EFD723-407D-D5BC-41D7-67CA6C263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6E87A-A151-44F9-8137-3815921A9086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9F631-B96A-9043-A7CB-83C10D108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589A42-36D0-38D8-0B12-0C0431508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075B6-5969-45C9-B6AC-799E2221BB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36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20A740-2548-88C4-5320-352BAE1D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36AB-40A7-4125-81A9-206C9D11DFC3}" type="slidenum">
              <a:rPr lang="pt-BR" smtClean="0"/>
              <a:t>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36A8F99-099E-EDA3-0394-80B0067056CE}"/>
                  </a:ext>
                </a:extLst>
              </p:cNvPr>
              <p:cNvSpPr txBox="1"/>
              <p:nvPr/>
            </p:nvSpPr>
            <p:spPr>
              <a:xfrm>
                <a:off x="530165" y="451783"/>
                <a:ext cx="1886927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pt-B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⃗"/>
                          <m:ctrlPr>
                            <a:rPr lang="pt-B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36A8F99-099E-EDA3-0394-80B006705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65" y="451783"/>
                <a:ext cx="1886927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0C873F3-C8FC-1905-36FA-7BCFD802369A}"/>
              </a:ext>
            </a:extLst>
          </p:cNvPr>
          <p:cNvGrpSpPr/>
          <p:nvPr/>
        </p:nvGrpSpPr>
        <p:grpSpPr>
          <a:xfrm>
            <a:off x="757056" y="1433463"/>
            <a:ext cx="4201777" cy="4211473"/>
            <a:chOff x="757056" y="1433463"/>
            <a:chExt cx="4201777" cy="4211473"/>
          </a:xfrm>
        </p:grpSpPr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7255CBD5-8369-FE87-C18E-DEC6B59C1F4F}"/>
                </a:ext>
              </a:extLst>
            </p:cNvPr>
            <p:cNvGrpSpPr/>
            <p:nvPr/>
          </p:nvGrpSpPr>
          <p:grpSpPr>
            <a:xfrm>
              <a:off x="936785" y="1910966"/>
              <a:ext cx="3686652" cy="3487749"/>
              <a:chOff x="2407847" y="2182300"/>
              <a:chExt cx="1791016" cy="1694387"/>
            </a:xfrm>
          </p:grpSpPr>
          <p:cxnSp>
            <p:nvCxnSpPr>
              <p:cNvPr id="7" name="Conector de Seta Reta 6">
                <a:extLst>
                  <a:ext uri="{FF2B5EF4-FFF2-40B4-BE49-F238E27FC236}">
                    <a16:creationId xmlns:a16="http://schemas.microsoft.com/office/drawing/2014/main" id="{6CDC7694-FF3C-E9E5-430F-3F741D8DC2D8}"/>
                  </a:ext>
                </a:extLst>
              </p:cNvPr>
              <p:cNvCxnSpPr/>
              <p:nvPr/>
            </p:nvCxnSpPr>
            <p:spPr>
              <a:xfrm flipV="1">
                <a:off x="3005542" y="2182300"/>
                <a:ext cx="0" cy="1080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Conector de Seta Reta 7">
                <a:extLst>
                  <a:ext uri="{FF2B5EF4-FFF2-40B4-BE49-F238E27FC236}">
                    <a16:creationId xmlns:a16="http://schemas.microsoft.com/office/drawing/2014/main" id="{DF4B0A8F-8BEB-C091-E769-324EFA1D4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5542" y="3262300"/>
                <a:ext cx="1193321" cy="1902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Conector de Seta Reta 10">
                <a:extLst>
                  <a:ext uri="{FF2B5EF4-FFF2-40B4-BE49-F238E27FC236}">
                    <a16:creationId xmlns:a16="http://schemas.microsoft.com/office/drawing/2014/main" id="{0FFE3FF2-A681-97B1-11B5-EFF3F81A48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07847" y="3262300"/>
                <a:ext cx="597694" cy="61438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B50BBB3B-B54B-0EC5-B11F-265C7BACA5A7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flipV="1">
              <a:off x="2167087" y="1657954"/>
              <a:ext cx="2271678" cy="24760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37D22F4A-D4D3-200E-E709-673D11090955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V="1">
              <a:off x="2167086" y="3370892"/>
              <a:ext cx="2049370" cy="7631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41F7D66B-9F19-3631-5FE0-C0D32FAD1143}"/>
                </a:ext>
              </a:extLst>
            </p:cNvPr>
            <p:cNvCxnSpPr>
              <a:cxnSpLocks/>
              <a:stCxn id="37" idx="0"/>
              <a:endCxn id="33" idx="4"/>
            </p:cNvCxnSpPr>
            <p:nvPr/>
          </p:nvCxnSpPr>
          <p:spPr>
            <a:xfrm flipV="1">
              <a:off x="4295054" y="1690510"/>
              <a:ext cx="222309" cy="14906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C1A069D-992A-2C83-8188-145920C13CC1}"/>
                </a:ext>
              </a:extLst>
            </p:cNvPr>
            <p:cNvSpPr/>
            <p:nvPr/>
          </p:nvSpPr>
          <p:spPr>
            <a:xfrm>
              <a:off x="4406209" y="1468201"/>
              <a:ext cx="222309" cy="22230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A86AC82-DF6C-8869-7036-BEA90BE3959A}"/>
                </a:ext>
              </a:extLst>
            </p:cNvPr>
            <p:cNvSpPr/>
            <p:nvPr/>
          </p:nvSpPr>
          <p:spPr>
            <a:xfrm>
              <a:off x="4183900" y="3181139"/>
              <a:ext cx="222309" cy="22230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C518FE4B-344F-DABA-F99F-D75900375725}"/>
                    </a:ext>
                  </a:extLst>
                </p:cNvPr>
                <p:cNvSpPr txBox="1"/>
                <p:nvPr/>
              </p:nvSpPr>
              <p:spPr>
                <a:xfrm>
                  <a:off x="4458190" y="2247179"/>
                  <a:ext cx="14394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C518FE4B-344F-DABA-F99F-D75900375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8190" y="2247179"/>
                  <a:ext cx="143949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37500" t="-40000" r="-95833" b="-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25184DC7-410E-DB13-27FD-C1DC93A315AC}"/>
                    </a:ext>
                  </a:extLst>
                </p:cNvPr>
                <p:cNvSpPr txBox="1"/>
                <p:nvPr/>
              </p:nvSpPr>
              <p:spPr>
                <a:xfrm>
                  <a:off x="4435493" y="3181139"/>
                  <a:ext cx="30354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25184DC7-410E-DB13-27FD-C1DC93A31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5493" y="3181139"/>
                  <a:ext cx="303545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0204" r="-8163" b="-1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D6F4B317-8382-EC69-3E61-3FD22EBDED59}"/>
                    </a:ext>
                  </a:extLst>
                </p:cNvPr>
                <p:cNvSpPr txBox="1"/>
                <p:nvPr/>
              </p:nvSpPr>
              <p:spPr>
                <a:xfrm>
                  <a:off x="4650543" y="1433463"/>
                  <a:ext cx="30829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D6F4B317-8382-EC69-3E61-3FD22EBDE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543" y="1433463"/>
                  <a:ext cx="308290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0000" r="-8000" b="-1219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D025E39E-705F-B0E6-19E1-E3F39747A636}"/>
                    </a:ext>
                  </a:extLst>
                </p:cNvPr>
                <p:cNvSpPr txBox="1"/>
                <p:nvPr/>
              </p:nvSpPr>
              <p:spPr>
                <a:xfrm>
                  <a:off x="3038238" y="2553645"/>
                  <a:ext cx="264688" cy="2761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D025E39E-705F-B0E6-19E1-E3F39747A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8238" y="2553645"/>
                  <a:ext cx="264688" cy="276166"/>
                </a:xfrm>
                <a:prstGeom prst="rect">
                  <a:avLst/>
                </a:prstGeom>
                <a:blipFill>
                  <a:blip r:embed="rId6"/>
                  <a:stretch>
                    <a:fillRect l="-15909" r="-4545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532BADC1-98D7-3BB8-84C6-BE373B2D7BD6}"/>
                    </a:ext>
                  </a:extLst>
                </p:cNvPr>
                <p:cNvSpPr txBox="1"/>
                <p:nvPr/>
              </p:nvSpPr>
              <p:spPr>
                <a:xfrm>
                  <a:off x="3395263" y="3250717"/>
                  <a:ext cx="259943" cy="2761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pt-B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532BADC1-98D7-3BB8-84C6-BE373B2D7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5263" y="3250717"/>
                  <a:ext cx="259943" cy="276166"/>
                </a:xfrm>
                <a:prstGeom prst="rect">
                  <a:avLst/>
                </a:prstGeom>
                <a:blipFill>
                  <a:blip r:embed="rId7"/>
                  <a:stretch>
                    <a:fillRect l="-20930" r="-4651" b="-1087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aixaDeTexto 47">
                  <a:extLst>
                    <a:ext uri="{FF2B5EF4-FFF2-40B4-BE49-F238E27FC236}">
                      <a16:creationId xmlns:a16="http://schemas.microsoft.com/office/drawing/2014/main" id="{479CEC0E-1C14-3241-8C69-74D599A7BD3C}"/>
                    </a:ext>
                  </a:extLst>
                </p:cNvPr>
                <p:cNvSpPr txBox="1"/>
                <p:nvPr/>
              </p:nvSpPr>
              <p:spPr>
                <a:xfrm>
                  <a:off x="1109200" y="3526883"/>
                  <a:ext cx="1038461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𝑄𝑢𝑎𝑑𝑟𝑜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</m:oMath>
                    </m:oMathPara>
                  </a14:m>
                  <a:endParaRPr lang="pt-BR" sz="1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𝑅𝑒𝑓𝑒𝑟𝑒𝑛𝑐𝑖𝑎</m:t>
                        </m:r>
                      </m:oMath>
                    </m:oMathPara>
                  </a14:m>
                  <a:endParaRPr lang="pt-BR" sz="1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𝐼𝑛𝑒𝑟𝑐𝑖𝑎𝑙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8" name="CaixaDeTexto 47">
                  <a:extLst>
                    <a:ext uri="{FF2B5EF4-FFF2-40B4-BE49-F238E27FC236}">
                      <a16:creationId xmlns:a16="http://schemas.microsoft.com/office/drawing/2014/main" id="{479CEC0E-1C14-3241-8C69-74D599A7B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200" y="3526883"/>
                  <a:ext cx="1038461" cy="646331"/>
                </a:xfrm>
                <a:prstGeom prst="rect">
                  <a:avLst/>
                </a:prstGeom>
                <a:blipFill>
                  <a:blip r:embed="rId8"/>
                  <a:stretch>
                    <a:fillRect l="-1765" r="-588" b="-94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aixaDeTexto 53">
                  <a:extLst>
                    <a:ext uri="{FF2B5EF4-FFF2-40B4-BE49-F238E27FC236}">
                      <a16:creationId xmlns:a16="http://schemas.microsoft.com/office/drawing/2014/main" id="{E62EB4F3-0444-B559-F57D-6D6397A18DB0}"/>
                    </a:ext>
                  </a:extLst>
                </p:cNvPr>
                <p:cNvSpPr txBox="1"/>
                <p:nvPr/>
              </p:nvSpPr>
              <p:spPr>
                <a:xfrm>
                  <a:off x="757056" y="5398715"/>
                  <a:ext cx="17972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54" name="CaixaDeTexto 53">
                  <a:extLst>
                    <a:ext uri="{FF2B5EF4-FFF2-40B4-BE49-F238E27FC236}">
                      <a16:creationId xmlns:a16="http://schemas.microsoft.com/office/drawing/2014/main" id="{E62EB4F3-0444-B559-F57D-6D6397A18D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056" y="5398715"/>
                  <a:ext cx="179729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23333" r="-23333" b="-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F1A69CD0-A975-5BE4-63EE-19EB303E47A3}"/>
                    </a:ext>
                  </a:extLst>
                </p:cNvPr>
                <p:cNvSpPr txBox="1"/>
                <p:nvPr/>
              </p:nvSpPr>
              <p:spPr>
                <a:xfrm>
                  <a:off x="4649173" y="4050103"/>
                  <a:ext cx="17011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F1A69CD0-A975-5BE4-63EE-19EB303E4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9173" y="4050103"/>
                  <a:ext cx="170111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28571" r="-25000" b="-487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aixaDeTexto 55">
                  <a:extLst>
                    <a:ext uri="{FF2B5EF4-FFF2-40B4-BE49-F238E27FC236}">
                      <a16:creationId xmlns:a16="http://schemas.microsoft.com/office/drawing/2014/main" id="{0E64D371-81AD-7688-4EBD-83AA1574D86B}"/>
                    </a:ext>
                  </a:extLst>
                </p:cNvPr>
                <p:cNvSpPr txBox="1"/>
                <p:nvPr/>
              </p:nvSpPr>
              <p:spPr>
                <a:xfrm>
                  <a:off x="2077222" y="1677080"/>
                  <a:ext cx="16850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56" name="CaixaDeTexto 55">
                  <a:extLst>
                    <a:ext uri="{FF2B5EF4-FFF2-40B4-BE49-F238E27FC236}">
                      <a16:creationId xmlns:a16="http://schemas.microsoft.com/office/drawing/2014/main" id="{0E64D371-81AD-7688-4EBD-83AA1574D8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7222" y="1677080"/>
                  <a:ext cx="168508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29630" r="-29630" b="-487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4690B4EC-34F9-F23F-559D-726DACF6413A}"/>
              </a:ext>
            </a:extLst>
          </p:cNvPr>
          <p:cNvSpPr txBox="1"/>
          <p:nvPr/>
        </p:nvSpPr>
        <p:spPr>
          <a:xfrm>
            <a:off x="6990945" y="1095983"/>
            <a:ext cx="3800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Quadro de Referência Inercial (ECI)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A4832B-BB13-80DA-5854-3759657ACE97}"/>
              </a:ext>
            </a:extLst>
          </p:cNvPr>
          <p:cNvSpPr txBox="1"/>
          <p:nvPr/>
        </p:nvSpPr>
        <p:spPr>
          <a:xfrm>
            <a:off x="6990945" y="847276"/>
            <a:ext cx="3800272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b="1" dirty="0"/>
              <a:t>Nome: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503FFA-D5DB-5A33-7035-2BDDF022DAA9}"/>
              </a:ext>
            </a:extLst>
          </p:cNvPr>
          <p:cNvSpPr txBox="1"/>
          <p:nvPr/>
        </p:nvSpPr>
        <p:spPr>
          <a:xfrm>
            <a:off x="6990945" y="3370892"/>
            <a:ext cx="38002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Modelagem matemática da Equação de Hill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D0D435-AA48-E2E6-DC94-1B5722A6BBE7}"/>
              </a:ext>
            </a:extLst>
          </p:cNvPr>
          <p:cNvSpPr txBox="1"/>
          <p:nvPr/>
        </p:nvSpPr>
        <p:spPr>
          <a:xfrm>
            <a:off x="6990945" y="3122185"/>
            <a:ext cx="3800272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b="1" dirty="0"/>
              <a:t>Utilização:</a:t>
            </a:r>
          </a:p>
        </p:txBody>
      </p:sp>
    </p:spTree>
    <p:extLst>
      <p:ext uri="{BB962C8B-B14F-4D97-AF65-F5344CB8AC3E}">
        <p14:creationId xmlns:p14="http://schemas.microsoft.com/office/powerpoint/2010/main" val="350322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2500-7D01-7A33-3399-4D961B8F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24BB1E-2C22-7480-7446-D0E5AE78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36AB-40A7-4125-81A9-206C9D11DFC3}" type="slidenum">
              <a:rPr lang="pt-BR" smtClean="0"/>
              <a:t>2</a:t>
            </a:fld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F60601-5AFE-D800-831A-C0B77BBFAA0A}"/>
              </a:ext>
            </a:extLst>
          </p:cNvPr>
          <p:cNvSpPr txBox="1"/>
          <p:nvPr/>
        </p:nvSpPr>
        <p:spPr>
          <a:xfrm>
            <a:off x="6990945" y="1095983"/>
            <a:ext cx="3800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Quadro de Referência LVLH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50BEFE-4D9F-9FE4-DD07-EB55D4D39D50}"/>
              </a:ext>
            </a:extLst>
          </p:cNvPr>
          <p:cNvSpPr txBox="1"/>
          <p:nvPr/>
        </p:nvSpPr>
        <p:spPr>
          <a:xfrm>
            <a:off x="6990945" y="847276"/>
            <a:ext cx="3800272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b="1" dirty="0"/>
              <a:t>Nome: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DC8D55-BDC0-2393-0F62-07CECD2DC959}"/>
              </a:ext>
            </a:extLst>
          </p:cNvPr>
          <p:cNvSpPr txBox="1"/>
          <p:nvPr/>
        </p:nvSpPr>
        <p:spPr>
          <a:xfrm>
            <a:off x="6990945" y="3370892"/>
            <a:ext cx="38002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Modelagem matemática da Equação de Hill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E4042E-E6E4-447D-969B-8AC7AD4E7328}"/>
              </a:ext>
            </a:extLst>
          </p:cNvPr>
          <p:cNvSpPr txBox="1"/>
          <p:nvPr/>
        </p:nvSpPr>
        <p:spPr>
          <a:xfrm>
            <a:off x="6990945" y="3122185"/>
            <a:ext cx="3800272" cy="246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b="1" dirty="0"/>
              <a:t>Utilização:</a:t>
            </a:r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1CFD2CB1-0A7B-968E-4BF1-D5132EC922E8}"/>
              </a:ext>
            </a:extLst>
          </p:cNvPr>
          <p:cNvGrpSpPr/>
          <p:nvPr/>
        </p:nvGrpSpPr>
        <p:grpSpPr>
          <a:xfrm>
            <a:off x="-3344918" y="864750"/>
            <a:ext cx="9219445" cy="10429738"/>
            <a:chOff x="-3344918" y="2107546"/>
            <a:chExt cx="8120865" cy="9186941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C93A01E2-A5CD-F3AC-002D-18F8D5EFFFDF}"/>
                </a:ext>
              </a:extLst>
            </p:cNvPr>
            <p:cNvSpPr/>
            <p:nvPr/>
          </p:nvSpPr>
          <p:spPr>
            <a:xfrm>
              <a:off x="-3344918" y="3244404"/>
              <a:ext cx="8050083" cy="8050083"/>
            </a:xfrm>
            <a:prstGeom prst="ellipse">
              <a:avLst/>
            </a:prstGeom>
            <a:noFill/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2D788DF0-5F7B-9DDA-3CD2-B694B148AF9F}"/>
                </a:ext>
              </a:extLst>
            </p:cNvPr>
            <p:cNvGrpSpPr/>
            <p:nvPr/>
          </p:nvGrpSpPr>
          <p:grpSpPr>
            <a:xfrm>
              <a:off x="343490" y="4264914"/>
              <a:ext cx="2623451" cy="2237376"/>
              <a:chOff x="-120514" y="1432139"/>
              <a:chExt cx="4939745" cy="421279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CaixaDeTexto 47">
                    <a:extLst>
                      <a:ext uri="{FF2B5EF4-FFF2-40B4-BE49-F238E27FC236}">
                        <a16:creationId xmlns:a16="http://schemas.microsoft.com/office/drawing/2014/main" id="{EB6550F8-BE7C-B6E8-D173-84C723F85B34}"/>
                      </a:ext>
                    </a:extLst>
                  </p:cNvPr>
                  <p:cNvSpPr txBox="1"/>
                  <p:nvPr/>
                </p:nvSpPr>
                <p:spPr>
                  <a:xfrm>
                    <a:off x="-120514" y="3022510"/>
                    <a:ext cx="1755140" cy="121698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𝑄𝑢𝑎𝑑𝑟𝑜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</m:oMath>
                      </m:oMathPara>
                    </a14:m>
                    <a:endParaRPr lang="pt-BR" sz="14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𝑅𝑒𝑓𝑒𝑟𝑒𝑛𝑐𝑖𝑎</m:t>
                          </m:r>
                        </m:oMath>
                      </m:oMathPara>
                    </a14:m>
                    <a:endParaRPr lang="pt-BR" sz="14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𝐼𝑛𝑒𝑟𝑐𝑖𝑎𝑙</m:t>
                          </m:r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>
              <p:sp>
                <p:nvSpPr>
                  <p:cNvPr id="48" name="CaixaDeTexto 47">
                    <a:extLst>
                      <a:ext uri="{FF2B5EF4-FFF2-40B4-BE49-F238E27FC236}">
                        <a16:creationId xmlns:a16="http://schemas.microsoft.com/office/drawing/2014/main" id="{EB6550F8-BE7C-B6E8-D173-84C723F85B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20514" y="3022510"/>
                    <a:ext cx="1755140" cy="121698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Agrupar 9">
                <a:extLst>
                  <a:ext uri="{FF2B5EF4-FFF2-40B4-BE49-F238E27FC236}">
                    <a16:creationId xmlns:a16="http://schemas.microsoft.com/office/drawing/2014/main" id="{B7E1746D-8D5C-10CD-6703-A2F9E02A6762}"/>
                  </a:ext>
                </a:extLst>
              </p:cNvPr>
              <p:cNvGrpSpPr/>
              <p:nvPr/>
            </p:nvGrpSpPr>
            <p:grpSpPr>
              <a:xfrm>
                <a:off x="757056" y="1432139"/>
                <a:ext cx="4062175" cy="4212797"/>
                <a:chOff x="757056" y="1432139"/>
                <a:chExt cx="4062175" cy="4212797"/>
              </a:xfrm>
            </p:grpSpPr>
            <p:grpSp>
              <p:nvGrpSpPr>
                <p:cNvPr id="20" name="Agrupar 19">
                  <a:extLst>
                    <a:ext uri="{FF2B5EF4-FFF2-40B4-BE49-F238E27FC236}">
                      <a16:creationId xmlns:a16="http://schemas.microsoft.com/office/drawing/2014/main" id="{E2C28F47-4A32-8722-7D1E-DBEBA6D88044}"/>
                    </a:ext>
                  </a:extLst>
                </p:cNvPr>
                <p:cNvGrpSpPr/>
                <p:nvPr/>
              </p:nvGrpSpPr>
              <p:grpSpPr>
                <a:xfrm>
                  <a:off x="936785" y="1910966"/>
                  <a:ext cx="3686652" cy="3487749"/>
                  <a:chOff x="2407847" y="2182300"/>
                  <a:chExt cx="1791016" cy="1694387"/>
                </a:xfrm>
              </p:grpSpPr>
              <p:cxnSp>
                <p:nvCxnSpPr>
                  <p:cNvPr id="7" name="Conector de Seta Reta 6">
                    <a:extLst>
                      <a:ext uri="{FF2B5EF4-FFF2-40B4-BE49-F238E27FC236}">
                        <a16:creationId xmlns:a16="http://schemas.microsoft.com/office/drawing/2014/main" id="{1BFCFBEE-E870-91CB-D767-D73299ED8D2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005542" y="2182300"/>
                    <a:ext cx="0" cy="108000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Conector de Seta Reta 7">
                    <a:extLst>
                      <a:ext uri="{FF2B5EF4-FFF2-40B4-BE49-F238E27FC236}">
                        <a16:creationId xmlns:a16="http://schemas.microsoft.com/office/drawing/2014/main" id="{8A1677E2-3693-DF28-A93B-52242E4BC1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05542" y="3262300"/>
                    <a:ext cx="1193321" cy="19025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Conector de Seta Reta 10">
                    <a:extLst>
                      <a:ext uri="{FF2B5EF4-FFF2-40B4-BE49-F238E27FC236}">
                        <a16:creationId xmlns:a16="http://schemas.microsoft.com/office/drawing/2014/main" id="{C4802B7F-71D4-DDC8-F4CA-44EBD60534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07847" y="3262300"/>
                    <a:ext cx="597694" cy="614387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4" name="CaixaDeTexto 53">
                      <a:extLst>
                        <a:ext uri="{FF2B5EF4-FFF2-40B4-BE49-F238E27FC236}">
                          <a16:creationId xmlns:a16="http://schemas.microsoft.com/office/drawing/2014/main" id="{BA5376BF-D9C7-DB87-741A-C5A563B7AF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7056" y="5398715"/>
                      <a:ext cx="179729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pt-BR" sz="1600" dirty="0"/>
                    </a:p>
                  </p:txBody>
                </p:sp>
              </mc:Choice>
              <mc:Fallback>
                <p:sp>
                  <p:nvSpPr>
                    <p:cNvPr id="54" name="CaixaDeTexto 53">
                      <a:extLst>
                        <a:ext uri="{FF2B5EF4-FFF2-40B4-BE49-F238E27FC236}">
                          <a16:creationId xmlns:a16="http://schemas.microsoft.com/office/drawing/2014/main" id="{BA5376BF-D9C7-DB87-741A-C5A563B7AF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7056" y="5398715"/>
                      <a:ext cx="179729" cy="24622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66667" r="-77778" b="-7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5" name="CaixaDeTexto 54">
                      <a:extLst>
                        <a:ext uri="{FF2B5EF4-FFF2-40B4-BE49-F238E27FC236}">
                          <a16:creationId xmlns:a16="http://schemas.microsoft.com/office/drawing/2014/main" id="{4787B38B-8A40-AE09-0BE7-4255458A22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49121" y="3926991"/>
                      <a:ext cx="170110" cy="24622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oMath>
                        </m:oMathPara>
                      </a14:m>
                      <a:endParaRPr lang="pt-BR" sz="1600" dirty="0"/>
                    </a:p>
                  </p:txBody>
                </p:sp>
              </mc:Choice>
              <mc:Fallback>
                <p:sp>
                  <p:nvSpPr>
                    <p:cNvPr id="55" name="CaixaDeTexto 54">
                      <a:extLst>
                        <a:ext uri="{FF2B5EF4-FFF2-40B4-BE49-F238E27FC236}">
                          <a16:creationId xmlns:a16="http://schemas.microsoft.com/office/drawing/2014/main" id="{4787B38B-8A40-AE09-0BE7-4255458A22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49121" y="3926991"/>
                      <a:ext cx="170110" cy="24622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70588" r="-82353" b="-7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6" name="CaixaDeTexto 55">
                      <a:extLst>
                        <a:ext uri="{FF2B5EF4-FFF2-40B4-BE49-F238E27FC236}">
                          <a16:creationId xmlns:a16="http://schemas.microsoft.com/office/drawing/2014/main" id="{C1EE22FC-03EE-430D-5E3C-C8D33CE154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82830" y="1432139"/>
                      <a:ext cx="168508" cy="24622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oMath>
                        </m:oMathPara>
                      </a14:m>
                      <a:endParaRPr lang="pt-BR" sz="1600" dirty="0"/>
                    </a:p>
                  </p:txBody>
                </p:sp>
              </mc:Choice>
              <mc:Fallback>
                <p:sp>
                  <p:nvSpPr>
                    <p:cNvPr id="56" name="CaixaDeTexto 55">
                      <a:extLst>
                        <a:ext uri="{FF2B5EF4-FFF2-40B4-BE49-F238E27FC236}">
                          <a16:creationId xmlns:a16="http://schemas.microsoft.com/office/drawing/2014/main" id="{C1EE22FC-03EE-430D-5E3C-C8D33CE154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82830" y="1432139"/>
                      <a:ext cx="168508" cy="24622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64706" r="-88235" b="-7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95DC7DCF-2E1A-304D-24E6-BD28EB874A3B}"/>
                </a:ext>
              </a:extLst>
            </p:cNvPr>
            <p:cNvGrpSpPr/>
            <p:nvPr/>
          </p:nvGrpSpPr>
          <p:grpSpPr>
            <a:xfrm>
              <a:off x="556338" y="2107546"/>
              <a:ext cx="1580626" cy="1144812"/>
              <a:chOff x="1554769" y="554731"/>
              <a:chExt cx="1580626" cy="114481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CaixaDeTexto 23">
                    <a:extLst>
                      <a:ext uri="{FF2B5EF4-FFF2-40B4-BE49-F238E27FC236}">
                        <a16:creationId xmlns:a16="http://schemas.microsoft.com/office/drawing/2014/main" id="{0997EBD9-92DB-A726-61B7-930C0486AD17}"/>
                      </a:ext>
                    </a:extLst>
                  </p:cNvPr>
                  <p:cNvSpPr txBox="1"/>
                  <p:nvPr/>
                </p:nvSpPr>
                <p:spPr>
                  <a:xfrm>
                    <a:off x="1554769" y="554731"/>
                    <a:ext cx="1580626" cy="50039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𝑟𝑏𝑖𝑡𝑎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</m:oMath>
                      </m:oMathPara>
                    </a14:m>
                    <a:endParaRPr lang="pt-BR" sz="16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oMath>
                      </m:oMathPara>
                    </a14:m>
                    <a:endParaRPr lang="pt-BR" sz="1600" dirty="0"/>
                  </a:p>
                </p:txBody>
              </p:sp>
            </mc:Choice>
            <mc:Fallback>
              <p:sp>
                <p:nvSpPr>
                  <p:cNvPr id="24" name="CaixaDeTexto 23">
                    <a:extLst>
                      <a:ext uri="{FF2B5EF4-FFF2-40B4-BE49-F238E27FC236}">
                        <a16:creationId xmlns:a16="http://schemas.microsoft.com/office/drawing/2014/main" id="{0997EBD9-92DB-A726-61B7-930C0486AD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54769" y="554731"/>
                    <a:ext cx="1580626" cy="50039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322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Conector de Seta Reta 24">
                <a:extLst>
                  <a:ext uri="{FF2B5EF4-FFF2-40B4-BE49-F238E27FC236}">
                    <a16:creationId xmlns:a16="http://schemas.microsoft.com/office/drawing/2014/main" id="{37612C66-E4E5-BFF2-911B-C010404B7506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 flipH="1">
                <a:off x="2276132" y="1055124"/>
                <a:ext cx="68950" cy="6444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id="{DE8A51E3-3457-1FCD-981B-6CD64669B83E}"/>
                </a:ext>
              </a:extLst>
            </p:cNvPr>
            <p:cNvGrpSpPr/>
            <p:nvPr/>
          </p:nvGrpSpPr>
          <p:grpSpPr>
            <a:xfrm>
              <a:off x="2211800" y="3239952"/>
              <a:ext cx="2564147" cy="1154431"/>
              <a:chOff x="3222015" y="1559259"/>
              <a:chExt cx="2564147" cy="1154431"/>
            </a:xfrm>
          </p:grpSpPr>
          <p:cxnSp>
            <p:nvCxnSpPr>
              <p:cNvPr id="50" name="Conector de Seta Reta 49">
                <a:extLst>
                  <a:ext uri="{FF2B5EF4-FFF2-40B4-BE49-F238E27FC236}">
                    <a16:creationId xmlns:a16="http://schemas.microsoft.com/office/drawing/2014/main" id="{5B1369C2-BD67-D421-261A-9F96B817C3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77753" y="1774003"/>
                <a:ext cx="412722" cy="55731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2" name="Conector de Seta Reta 21">
                <a:extLst>
                  <a:ext uri="{FF2B5EF4-FFF2-40B4-BE49-F238E27FC236}">
                    <a16:creationId xmlns:a16="http://schemas.microsoft.com/office/drawing/2014/main" id="{0944CDF2-A72B-ED01-A9B0-FEEF39B2FC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94310" y="1840357"/>
                <a:ext cx="602211" cy="4563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E710DD98-8DF7-526F-733A-A20A3971F32D}"/>
                  </a:ext>
                </a:extLst>
              </p:cNvPr>
              <p:cNvGrpSpPr/>
              <p:nvPr/>
            </p:nvGrpSpPr>
            <p:grpSpPr>
              <a:xfrm>
                <a:off x="3967010" y="2221247"/>
                <a:ext cx="1819152" cy="492443"/>
                <a:chOff x="2704302" y="2350832"/>
                <a:chExt cx="1819152" cy="492443"/>
              </a:xfrm>
            </p:grpSpPr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06B63F5D-4458-7B81-8D22-9EFC021E1957}"/>
                    </a:ext>
                  </a:extLst>
                </p:cNvPr>
                <p:cNvSpPr/>
                <p:nvPr/>
              </p:nvSpPr>
              <p:spPr>
                <a:xfrm>
                  <a:off x="2704302" y="2362789"/>
                  <a:ext cx="222309" cy="222309"/>
                </a:xfrm>
                <a:prstGeom prst="ellipse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2" name="CaixaDeTexto 41">
                      <a:extLst>
                        <a:ext uri="{FF2B5EF4-FFF2-40B4-BE49-F238E27FC236}">
                          <a16:creationId xmlns:a16="http://schemas.microsoft.com/office/drawing/2014/main" id="{FB62F742-94AE-B73E-20AB-61D6DF3E3C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2678" y="2350832"/>
                      <a:ext cx="1430776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𝐿𝑉𝐿𝐻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𝑐𝑒𝑛𝑡𝑟𝑎𝑑𝑜</m:t>
                            </m:r>
                          </m:oMath>
                        </m:oMathPara>
                      </a14:m>
                      <a:endParaRPr lang="pt-BR" sz="1600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𝑛𝑜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𝑡𝑎𝑟𝑔𝑒𝑡</m:t>
                            </m:r>
                          </m:oMath>
                        </m:oMathPara>
                      </a14:m>
                      <a:endParaRPr lang="pt-BR" sz="1600" dirty="0"/>
                    </a:p>
                  </p:txBody>
                </p:sp>
              </mc:Choice>
              <mc:Fallback>
                <p:sp>
                  <p:nvSpPr>
                    <p:cNvPr id="42" name="CaixaDeTexto 41">
                      <a:extLst>
                        <a:ext uri="{FF2B5EF4-FFF2-40B4-BE49-F238E27FC236}">
                          <a16:creationId xmlns:a16="http://schemas.microsoft.com/office/drawing/2014/main" id="{FB62F742-94AE-B73E-20AB-61D6DF3E3C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2678" y="2350832"/>
                      <a:ext cx="1430776" cy="49244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CaixaDeTexto 59">
                    <a:extLst>
                      <a:ext uri="{FF2B5EF4-FFF2-40B4-BE49-F238E27FC236}">
                        <a16:creationId xmlns:a16="http://schemas.microsoft.com/office/drawing/2014/main" id="{12EB39B5-3C78-8636-0AA3-6DE42F8BE6E3}"/>
                      </a:ext>
                    </a:extLst>
                  </p:cNvPr>
                  <p:cNvSpPr txBox="1"/>
                  <p:nvPr/>
                </p:nvSpPr>
                <p:spPr>
                  <a:xfrm>
                    <a:off x="4517311" y="1559259"/>
                    <a:ext cx="15690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pt-BR" sz="1600" dirty="0"/>
                  </a:p>
                </p:txBody>
              </p:sp>
            </mc:Choice>
            <mc:Fallback>
              <p:sp>
                <p:nvSpPr>
                  <p:cNvPr id="60" name="CaixaDeTexto 59">
                    <a:extLst>
                      <a:ext uri="{FF2B5EF4-FFF2-40B4-BE49-F238E27FC236}">
                        <a16:creationId xmlns:a16="http://schemas.microsoft.com/office/drawing/2014/main" id="{12EB39B5-3C78-8636-0AA3-6DE42F8BE6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7311" y="1559259"/>
                    <a:ext cx="156902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6667" t="-34783" r="-9000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CaixaDeTexto 60">
                    <a:extLst>
                      <a:ext uri="{FF2B5EF4-FFF2-40B4-BE49-F238E27FC236}">
                        <a16:creationId xmlns:a16="http://schemas.microsoft.com/office/drawing/2014/main" id="{C978AAFE-67A7-97C2-0260-19D29E1DA00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015" y="1650892"/>
                    <a:ext cx="16062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sz="1600" dirty="0"/>
                  </a:p>
                </p:txBody>
              </p:sp>
            </mc:Choice>
            <mc:Fallback>
              <p:sp>
                <p:nvSpPr>
                  <p:cNvPr id="61" name="CaixaDeTexto 60">
                    <a:extLst>
                      <a:ext uri="{FF2B5EF4-FFF2-40B4-BE49-F238E27FC236}">
                        <a16:creationId xmlns:a16="http://schemas.microsoft.com/office/drawing/2014/main" id="{C978AAFE-67A7-97C2-0260-19D29E1DA0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015" y="1650892"/>
                    <a:ext cx="160620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3333" t="-34783" r="-93333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22135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69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Oliveira</dc:creator>
  <cp:lastModifiedBy>Alexandre Oliveira</cp:lastModifiedBy>
  <cp:revision>1</cp:revision>
  <dcterms:created xsi:type="dcterms:W3CDTF">2025-08-18T16:22:21Z</dcterms:created>
  <dcterms:modified xsi:type="dcterms:W3CDTF">2025-08-18T18:27:30Z</dcterms:modified>
</cp:coreProperties>
</file>