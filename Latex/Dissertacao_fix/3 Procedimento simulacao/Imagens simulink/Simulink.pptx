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58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0F9E9-4C4A-4D5C-A01A-F04D2A6530C7}" v="6" dt="2026-03-04T18:59:08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Oliveira" userId="f4e17021f22116f5" providerId="LiveId" clId="{11BC8392-BEA0-4998-B86F-7558F82FDFC8}"/>
    <pc:docChg chg="custSel addSld modSld sldOrd">
      <pc:chgData name="Alexandre Oliveira" userId="f4e17021f22116f5" providerId="LiveId" clId="{11BC8392-BEA0-4998-B86F-7558F82FDFC8}" dt="2026-03-04T19:36:21.306" v="116" actId="22"/>
      <pc:docMkLst>
        <pc:docMk/>
      </pc:docMkLst>
      <pc:sldChg chg="addSp delSp modSp new mod">
        <pc:chgData name="Alexandre Oliveira" userId="f4e17021f22116f5" providerId="LiveId" clId="{11BC8392-BEA0-4998-B86F-7558F82FDFC8}" dt="2026-03-04T18:14:46.611" v="55" actId="12789"/>
        <pc:sldMkLst>
          <pc:docMk/>
          <pc:sldMk cId="323172187" sldId="256"/>
        </pc:sldMkLst>
        <pc:spChg chg="del">
          <ac:chgData name="Alexandre Oliveira" userId="f4e17021f22116f5" providerId="LiveId" clId="{11BC8392-BEA0-4998-B86F-7558F82FDFC8}" dt="2026-03-04T18:06:52.700" v="1" actId="478"/>
          <ac:spMkLst>
            <pc:docMk/>
            <pc:sldMk cId="323172187" sldId="256"/>
            <ac:spMk id="2" creationId="{E0638F07-4B1E-1823-550C-620C251F6305}"/>
          </ac:spMkLst>
        </pc:spChg>
        <pc:spChg chg="del">
          <ac:chgData name="Alexandre Oliveira" userId="f4e17021f22116f5" providerId="LiveId" clId="{11BC8392-BEA0-4998-B86F-7558F82FDFC8}" dt="2026-03-04T18:06:53.895" v="2" actId="478"/>
          <ac:spMkLst>
            <pc:docMk/>
            <pc:sldMk cId="323172187" sldId="256"/>
            <ac:spMk id="3" creationId="{4D7EA30E-3B72-70CC-30EB-42E8199B6650}"/>
          </ac:spMkLst>
        </pc:spChg>
        <pc:spChg chg="add mod">
          <ac:chgData name="Alexandre Oliveira" userId="f4e17021f22116f5" providerId="LiveId" clId="{11BC8392-BEA0-4998-B86F-7558F82FDFC8}" dt="2026-03-04T18:14:25.627" v="20" actId="12789"/>
          <ac:spMkLst>
            <pc:docMk/>
            <pc:sldMk cId="323172187" sldId="256"/>
            <ac:spMk id="4" creationId="{452DD7DA-7527-8DB5-B301-F35277CC689B}"/>
          </ac:spMkLst>
        </pc:spChg>
        <pc:spChg chg="add mod">
          <ac:chgData name="Alexandre Oliveira" userId="f4e17021f22116f5" providerId="LiveId" clId="{11BC8392-BEA0-4998-B86F-7558F82FDFC8}" dt="2026-03-04T18:14:46.611" v="55" actId="12789"/>
          <ac:spMkLst>
            <pc:docMk/>
            <pc:sldMk cId="323172187" sldId="256"/>
            <ac:spMk id="5" creationId="{4B1E916A-E5A5-DF30-E4A8-3269F2F4CFB2}"/>
          </ac:spMkLst>
        </pc:spChg>
      </pc:sldChg>
      <pc:sldChg chg="addSp delSp modSp new mod">
        <pc:chgData name="Alexandre Oliveira" userId="f4e17021f22116f5" providerId="LiveId" clId="{11BC8392-BEA0-4998-B86F-7558F82FDFC8}" dt="2026-03-04T18:15:51.142" v="68" actId="22"/>
        <pc:sldMkLst>
          <pc:docMk/>
          <pc:sldMk cId="295527536" sldId="257"/>
        </pc:sldMkLst>
        <pc:spChg chg="del">
          <ac:chgData name="Alexandre Oliveira" userId="f4e17021f22116f5" providerId="LiveId" clId="{11BC8392-BEA0-4998-B86F-7558F82FDFC8}" dt="2026-03-04T18:06:56.395" v="4" actId="478"/>
          <ac:spMkLst>
            <pc:docMk/>
            <pc:sldMk cId="295527536" sldId="257"/>
            <ac:spMk id="2" creationId="{C3B2FAFC-40EE-C767-9568-A706CAA9F1B8}"/>
          </ac:spMkLst>
        </pc:spChg>
        <pc:spChg chg="del">
          <ac:chgData name="Alexandre Oliveira" userId="f4e17021f22116f5" providerId="LiveId" clId="{11BC8392-BEA0-4998-B86F-7558F82FDFC8}" dt="2026-03-04T18:06:57.210" v="5" actId="478"/>
          <ac:spMkLst>
            <pc:docMk/>
            <pc:sldMk cId="295527536" sldId="257"/>
            <ac:spMk id="3" creationId="{F1763361-F84C-40B8-BA12-AA504892B3B5}"/>
          </ac:spMkLst>
        </pc:spChg>
        <pc:picChg chg="add del mod">
          <ac:chgData name="Alexandre Oliveira" userId="f4e17021f22116f5" providerId="LiveId" clId="{11BC8392-BEA0-4998-B86F-7558F82FDFC8}" dt="2026-03-04T18:08:13.638" v="10" actId="478"/>
          <ac:picMkLst>
            <pc:docMk/>
            <pc:sldMk cId="295527536" sldId="257"/>
            <ac:picMk id="5" creationId="{4089294A-4E54-A92F-B39E-BB983BAB64A4}"/>
          </ac:picMkLst>
        </pc:picChg>
        <pc:picChg chg="add del mod">
          <ac:chgData name="Alexandre Oliveira" userId="f4e17021f22116f5" providerId="LiveId" clId="{11BC8392-BEA0-4998-B86F-7558F82FDFC8}" dt="2026-03-04T18:15:39.015" v="67" actId="478"/>
          <ac:picMkLst>
            <pc:docMk/>
            <pc:sldMk cId="295527536" sldId="257"/>
            <ac:picMk id="7" creationId="{DB8CC7B7-11E2-AC20-0410-C32931E0786A}"/>
          </ac:picMkLst>
        </pc:picChg>
        <pc:picChg chg="add del mod">
          <ac:chgData name="Alexandre Oliveira" userId="f4e17021f22116f5" providerId="LiveId" clId="{11BC8392-BEA0-4998-B86F-7558F82FDFC8}" dt="2026-03-04T18:15:38.290" v="66" actId="478"/>
          <ac:picMkLst>
            <pc:docMk/>
            <pc:sldMk cId="295527536" sldId="257"/>
            <ac:picMk id="9" creationId="{16C19994-30D0-93D9-939B-FB3DF3FABCC5}"/>
          </ac:picMkLst>
        </pc:picChg>
        <pc:picChg chg="add">
          <ac:chgData name="Alexandre Oliveira" userId="f4e17021f22116f5" providerId="LiveId" clId="{11BC8392-BEA0-4998-B86F-7558F82FDFC8}" dt="2026-03-04T18:15:51.142" v="68" actId="22"/>
          <ac:picMkLst>
            <pc:docMk/>
            <pc:sldMk cId="295527536" sldId="257"/>
            <ac:picMk id="11" creationId="{5801F6A7-CC8F-C457-02BA-CD3F45E56C01}"/>
          </ac:picMkLst>
        </pc:picChg>
      </pc:sldChg>
      <pc:sldChg chg="modSp add mod">
        <pc:chgData name="Alexandre Oliveira" userId="f4e17021f22116f5" providerId="LiveId" clId="{11BC8392-BEA0-4998-B86F-7558F82FDFC8}" dt="2026-03-04T18:58:58.291" v="90" actId="113"/>
        <pc:sldMkLst>
          <pc:docMk/>
          <pc:sldMk cId="2079995185" sldId="258"/>
        </pc:sldMkLst>
        <pc:spChg chg="mod">
          <ac:chgData name="Alexandre Oliveira" userId="f4e17021f22116f5" providerId="LiveId" clId="{11BC8392-BEA0-4998-B86F-7558F82FDFC8}" dt="2026-03-04T18:14:56.667" v="61" actId="207"/>
          <ac:spMkLst>
            <pc:docMk/>
            <pc:sldMk cId="2079995185" sldId="258"/>
            <ac:spMk id="4" creationId="{26F27832-BEB2-C3DF-7287-EB86487E3210}"/>
          </ac:spMkLst>
        </pc:spChg>
        <pc:spChg chg="mod">
          <ac:chgData name="Alexandre Oliveira" userId="f4e17021f22116f5" providerId="LiveId" clId="{11BC8392-BEA0-4998-B86F-7558F82FDFC8}" dt="2026-03-04T18:58:58.291" v="90" actId="113"/>
          <ac:spMkLst>
            <pc:docMk/>
            <pc:sldMk cId="2079995185" sldId="258"/>
            <ac:spMk id="5" creationId="{3FBE7296-8B29-C7E7-D771-6F6475210F68}"/>
          </ac:spMkLst>
        </pc:spChg>
      </pc:sldChg>
      <pc:sldChg chg="addSp delSp new mod">
        <pc:chgData name="Alexandre Oliveira" userId="f4e17021f22116f5" providerId="LiveId" clId="{11BC8392-BEA0-4998-B86F-7558F82FDFC8}" dt="2026-03-04T18:15:36.064" v="65" actId="22"/>
        <pc:sldMkLst>
          <pc:docMk/>
          <pc:sldMk cId="2243157816" sldId="259"/>
        </pc:sldMkLst>
        <pc:spChg chg="del">
          <ac:chgData name="Alexandre Oliveira" userId="f4e17021f22116f5" providerId="LiveId" clId="{11BC8392-BEA0-4998-B86F-7558F82FDFC8}" dt="2026-03-04T18:15:03.285" v="63" actId="478"/>
          <ac:spMkLst>
            <pc:docMk/>
            <pc:sldMk cId="2243157816" sldId="259"/>
            <ac:spMk id="2" creationId="{19C592ED-05AA-F60C-8C5E-A5A952F1D8A0}"/>
          </ac:spMkLst>
        </pc:spChg>
        <pc:spChg chg="del">
          <ac:chgData name="Alexandre Oliveira" userId="f4e17021f22116f5" providerId="LiveId" clId="{11BC8392-BEA0-4998-B86F-7558F82FDFC8}" dt="2026-03-04T18:15:04.458" v="64" actId="478"/>
          <ac:spMkLst>
            <pc:docMk/>
            <pc:sldMk cId="2243157816" sldId="259"/>
            <ac:spMk id="3" creationId="{CDF1EBD4-4737-5580-5910-48138EE9C2C7}"/>
          </ac:spMkLst>
        </pc:spChg>
        <pc:picChg chg="add">
          <ac:chgData name="Alexandre Oliveira" userId="f4e17021f22116f5" providerId="LiveId" clId="{11BC8392-BEA0-4998-B86F-7558F82FDFC8}" dt="2026-03-04T18:15:36.064" v="65" actId="22"/>
          <ac:picMkLst>
            <pc:docMk/>
            <pc:sldMk cId="2243157816" sldId="259"/>
            <ac:picMk id="5" creationId="{2BCCD8D1-1911-CE0F-548C-048A2EB8BF5C}"/>
          </ac:picMkLst>
        </pc:picChg>
      </pc:sldChg>
      <pc:sldChg chg="addSp delSp new mod">
        <pc:chgData name="Alexandre Oliveira" userId="f4e17021f22116f5" providerId="LiveId" clId="{11BC8392-BEA0-4998-B86F-7558F82FDFC8}" dt="2026-03-04T18:16:26.627" v="72" actId="22"/>
        <pc:sldMkLst>
          <pc:docMk/>
          <pc:sldMk cId="2723078281" sldId="260"/>
        </pc:sldMkLst>
        <pc:spChg chg="del">
          <ac:chgData name="Alexandre Oliveira" userId="f4e17021f22116f5" providerId="LiveId" clId="{11BC8392-BEA0-4998-B86F-7558F82FDFC8}" dt="2026-03-04T18:15:57.010" v="71" actId="478"/>
          <ac:spMkLst>
            <pc:docMk/>
            <pc:sldMk cId="2723078281" sldId="260"/>
            <ac:spMk id="2" creationId="{1BD6AE0C-FDD7-A033-DFDD-BD360C594290}"/>
          </ac:spMkLst>
        </pc:spChg>
        <pc:spChg chg="del">
          <ac:chgData name="Alexandre Oliveira" userId="f4e17021f22116f5" providerId="LiveId" clId="{11BC8392-BEA0-4998-B86F-7558F82FDFC8}" dt="2026-03-04T18:15:55.550" v="70" actId="478"/>
          <ac:spMkLst>
            <pc:docMk/>
            <pc:sldMk cId="2723078281" sldId="260"/>
            <ac:spMk id="3" creationId="{B5720900-EF28-97AE-B5AE-AC457A5712AC}"/>
          </ac:spMkLst>
        </pc:spChg>
        <pc:picChg chg="add">
          <ac:chgData name="Alexandre Oliveira" userId="f4e17021f22116f5" providerId="LiveId" clId="{11BC8392-BEA0-4998-B86F-7558F82FDFC8}" dt="2026-03-04T18:16:26.627" v="72" actId="22"/>
          <ac:picMkLst>
            <pc:docMk/>
            <pc:sldMk cId="2723078281" sldId="260"/>
            <ac:picMk id="5" creationId="{B940A543-A054-D85F-F7E6-77778662CF8A}"/>
          </ac:picMkLst>
        </pc:picChg>
      </pc:sldChg>
      <pc:sldChg chg="addSp delSp new mod ord">
        <pc:chgData name="Alexandre Oliveira" userId="f4e17021f22116f5" providerId="LiveId" clId="{11BC8392-BEA0-4998-B86F-7558F82FDFC8}" dt="2026-03-04T18:36:52.333" v="78"/>
        <pc:sldMkLst>
          <pc:docMk/>
          <pc:sldMk cId="3044354080" sldId="261"/>
        </pc:sldMkLst>
        <pc:spChg chg="del">
          <ac:chgData name="Alexandre Oliveira" userId="f4e17021f22116f5" providerId="LiveId" clId="{11BC8392-BEA0-4998-B86F-7558F82FDFC8}" dt="2026-03-04T18:17:02.957" v="75" actId="478"/>
          <ac:spMkLst>
            <pc:docMk/>
            <pc:sldMk cId="3044354080" sldId="261"/>
            <ac:spMk id="2" creationId="{8A2D1073-9588-ACAD-150B-B89BDE331E6F}"/>
          </ac:spMkLst>
        </pc:spChg>
        <pc:spChg chg="del">
          <ac:chgData name="Alexandre Oliveira" userId="f4e17021f22116f5" providerId="LiveId" clId="{11BC8392-BEA0-4998-B86F-7558F82FDFC8}" dt="2026-03-04T18:17:02.295" v="74" actId="478"/>
          <ac:spMkLst>
            <pc:docMk/>
            <pc:sldMk cId="3044354080" sldId="261"/>
            <ac:spMk id="3" creationId="{C8259786-D293-FD51-3955-B3F479A7565F}"/>
          </ac:spMkLst>
        </pc:spChg>
        <pc:picChg chg="add">
          <ac:chgData name="Alexandre Oliveira" userId="f4e17021f22116f5" providerId="LiveId" clId="{11BC8392-BEA0-4998-B86F-7558F82FDFC8}" dt="2026-03-04T18:17:03.426" v="76" actId="22"/>
          <ac:picMkLst>
            <pc:docMk/>
            <pc:sldMk cId="3044354080" sldId="261"/>
            <ac:picMk id="5" creationId="{0E046C65-C964-AED8-3E2F-776E6B1AEC86}"/>
          </ac:picMkLst>
        </pc:picChg>
      </pc:sldChg>
      <pc:sldChg chg="addSp delSp new mod">
        <pc:chgData name="Alexandre Oliveira" userId="f4e17021f22116f5" providerId="LiveId" clId="{11BC8392-BEA0-4998-B86F-7558F82FDFC8}" dt="2026-03-04T19:09:11.580" v="104" actId="22"/>
        <pc:sldMkLst>
          <pc:docMk/>
          <pc:sldMk cId="421044931" sldId="262"/>
        </pc:sldMkLst>
        <pc:spChg chg="del">
          <ac:chgData name="Alexandre Oliveira" userId="f4e17021f22116f5" providerId="LiveId" clId="{11BC8392-BEA0-4998-B86F-7558F82FDFC8}" dt="2026-03-04T18:59:03.794" v="93" actId="478"/>
          <ac:spMkLst>
            <pc:docMk/>
            <pc:sldMk cId="421044931" sldId="262"/>
            <ac:spMk id="2" creationId="{19890DE1-2128-270E-EC85-097CD2D6EE6D}"/>
          </ac:spMkLst>
        </pc:spChg>
        <pc:spChg chg="del">
          <ac:chgData name="Alexandre Oliveira" userId="f4e17021f22116f5" providerId="LiveId" clId="{11BC8392-BEA0-4998-B86F-7558F82FDFC8}" dt="2026-03-04T18:59:01.381" v="92" actId="478"/>
          <ac:spMkLst>
            <pc:docMk/>
            <pc:sldMk cId="421044931" sldId="262"/>
            <ac:spMk id="3" creationId="{E518F03B-BE72-E5A5-F0CE-F53D62720211}"/>
          </ac:spMkLst>
        </pc:spChg>
        <pc:picChg chg="add">
          <ac:chgData name="Alexandre Oliveira" userId="f4e17021f22116f5" providerId="LiveId" clId="{11BC8392-BEA0-4998-B86F-7558F82FDFC8}" dt="2026-03-04T19:09:11.580" v="104" actId="22"/>
          <ac:picMkLst>
            <pc:docMk/>
            <pc:sldMk cId="421044931" sldId="262"/>
            <ac:picMk id="3" creationId="{52F434C3-2B0C-0193-0992-C5450502D559}"/>
          </ac:picMkLst>
        </pc:picChg>
      </pc:sldChg>
      <pc:sldChg chg="addSp add mod">
        <pc:chgData name="Alexandre Oliveira" userId="f4e17021f22116f5" providerId="LiveId" clId="{11BC8392-BEA0-4998-B86F-7558F82FDFC8}" dt="2026-03-04T19:09:29.467" v="105" actId="22"/>
        <pc:sldMkLst>
          <pc:docMk/>
          <pc:sldMk cId="2496984664" sldId="263"/>
        </pc:sldMkLst>
        <pc:picChg chg="add">
          <ac:chgData name="Alexandre Oliveira" userId="f4e17021f22116f5" providerId="LiveId" clId="{11BC8392-BEA0-4998-B86F-7558F82FDFC8}" dt="2026-03-04T19:09:29.467" v="105" actId="22"/>
          <ac:picMkLst>
            <pc:docMk/>
            <pc:sldMk cId="2496984664" sldId="263"/>
            <ac:picMk id="3" creationId="{237C91CD-9F9E-D00F-71BE-50BBFF573539}"/>
          </ac:picMkLst>
        </pc:picChg>
      </pc:sldChg>
      <pc:sldChg chg="addSp add mod ord">
        <pc:chgData name="Alexandre Oliveira" userId="f4e17021f22116f5" providerId="LiveId" clId="{11BC8392-BEA0-4998-B86F-7558F82FDFC8}" dt="2026-03-04T19:10:37.090" v="109"/>
        <pc:sldMkLst>
          <pc:docMk/>
          <pc:sldMk cId="1369588790" sldId="264"/>
        </pc:sldMkLst>
        <pc:picChg chg="add">
          <ac:chgData name="Alexandre Oliveira" userId="f4e17021f22116f5" providerId="LiveId" clId="{11BC8392-BEA0-4998-B86F-7558F82FDFC8}" dt="2026-03-04T19:09:49.616" v="106" actId="22"/>
          <ac:picMkLst>
            <pc:docMk/>
            <pc:sldMk cId="1369588790" sldId="264"/>
            <ac:picMk id="3" creationId="{7AF79021-850B-8F79-F4A9-ACCD98F2AFE8}"/>
          </ac:picMkLst>
        </pc:picChg>
      </pc:sldChg>
      <pc:sldChg chg="addSp add mod">
        <pc:chgData name="Alexandre Oliveira" userId="f4e17021f22116f5" providerId="LiveId" clId="{11BC8392-BEA0-4998-B86F-7558F82FDFC8}" dt="2026-03-04T19:10:13.230" v="107" actId="22"/>
        <pc:sldMkLst>
          <pc:docMk/>
          <pc:sldMk cId="1493891439" sldId="265"/>
        </pc:sldMkLst>
        <pc:picChg chg="add">
          <ac:chgData name="Alexandre Oliveira" userId="f4e17021f22116f5" providerId="LiveId" clId="{11BC8392-BEA0-4998-B86F-7558F82FDFC8}" dt="2026-03-04T19:10:13.230" v="107" actId="22"/>
          <ac:picMkLst>
            <pc:docMk/>
            <pc:sldMk cId="1493891439" sldId="265"/>
            <ac:picMk id="3" creationId="{687E1326-06E4-D119-9E1C-8740A663849E}"/>
          </ac:picMkLst>
        </pc:picChg>
      </pc:sldChg>
      <pc:sldChg chg="modSp add mod">
        <pc:chgData name="Alexandre Oliveira" userId="f4e17021f22116f5" providerId="LiveId" clId="{11BC8392-BEA0-4998-B86F-7558F82FDFC8}" dt="2026-03-04T18:59:15.277" v="103" actId="207"/>
        <pc:sldMkLst>
          <pc:docMk/>
          <pc:sldMk cId="1882922793" sldId="266"/>
        </pc:sldMkLst>
        <pc:spChg chg="mod">
          <ac:chgData name="Alexandre Oliveira" userId="f4e17021f22116f5" providerId="LiveId" clId="{11BC8392-BEA0-4998-B86F-7558F82FDFC8}" dt="2026-03-04T18:59:15.277" v="103" actId="207"/>
          <ac:spMkLst>
            <pc:docMk/>
            <pc:sldMk cId="1882922793" sldId="266"/>
            <ac:spMk id="4" creationId="{D912DD3C-AF56-FB06-D9D0-9B7DD4AB6F37}"/>
          </ac:spMkLst>
        </pc:spChg>
        <pc:spChg chg="mod">
          <ac:chgData name="Alexandre Oliveira" userId="f4e17021f22116f5" providerId="LiveId" clId="{11BC8392-BEA0-4998-B86F-7558F82FDFC8}" dt="2026-03-04T18:59:11.147" v="102" actId="20577"/>
          <ac:spMkLst>
            <pc:docMk/>
            <pc:sldMk cId="1882922793" sldId="266"/>
            <ac:spMk id="5" creationId="{515AA941-1E26-0D40-A41E-17A399A21E35}"/>
          </ac:spMkLst>
        </pc:spChg>
      </pc:sldChg>
      <pc:sldChg chg="addSp delSp new mod">
        <pc:chgData name="Alexandre Oliveira" userId="f4e17021f22116f5" providerId="LiveId" clId="{11BC8392-BEA0-4998-B86F-7558F82FDFC8}" dt="2026-03-04T19:36:21.306" v="116" actId="22"/>
        <pc:sldMkLst>
          <pc:docMk/>
          <pc:sldMk cId="3335148091" sldId="267"/>
        </pc:sldMkLst>
        <pc:spChg chg="del">
          <ac:chgData name="Alexandre Oliveira" userId="f4e17021f22116f5" providerId="LiveId" clId="{11BC8392-BEA0-4998-B86F-7558F82FDFC8}" dt="2026-03-04T19:36:19.288" v="114" actId="478"/>
          <ac:spMkLst>
            <pc:docMk/>
            <pc:sldMk cId="3335148091" sldId="267"/>
            <ac:spMk id="2" creationId="{94EB8579-FD99-C72C-860C-30322BAC601E}"/>
          </ac:spMkLst>
        </pc:spChg>
        <pc:spChg chg="del">
          <ac:chgData name="Alexandre Oliveira" userId="f4e17021f22116f5" providerId="LiveId" clId="{11BC8392-BEA0-4998-B86F-7558F82FDFC8}" dt="2026-03-04T19:36:20.639" v="115" actId="478"/>
          <ac:spMkLst>
            <pc:docMk/>
            <pc:sldMk cId="3335148091" sldId="267"/>
            <ac:spMk id="3" creationId="{A63964F5-E232-EA4A-8423-99B1C2D97FAA}"/>
          </ac:spMkLst>
        </pc:spChg>
        <pc:picChg chg="add">
          <ac:chgData name="Alexandre Oliveira" userId="f4e17021f22116f5" providerId="LiveId" clId="{11BC8392-BEA0-4998-B86F-7558F82FDFC8}" dt="2026-03-04T19:36:21.306" v="116" actId="22"/>
          <ac:picMkLst>
            <pc:docMk/>
            <pc:sldMk cId="3335148091" sldId="267"/>
            <ac:picMk id="5" creationId="{306FA11F-420D-2E96-87BF-59CA92827448}"/>
          </ac:picMkLst>
        </pc:picChg>
      </pc:sldChg>
      <pc:sldChg chg="new">
        <pc:chgData name="Alexandre Oliveira" userId="f4e17021f22116f5" providerId="LiveId" clId="{11BC8392-BEA0-4998-B86F-7558F82FDFC8}" dt="2026-03-04T19:36:16.527" v="111" actId="680"/>
        <pc:sldMkLst>
          <pc:docMk/>
          <pc:sldMk cId="1509032647" sldId="268"/>
        </pc:sldMkLst>
      </pc:sldChg>
      <pc:sldChg chg="new">
        <pc:chgData name="Alexandre Oliveira" userId="f4e17021f22116f5" providerId="LiveId" clId="{11BC8392-BEA0-4998-B86F-7558F82FDFC8}" dt="2026-03-04T19:36:16.815" v="112" actId="680"/>
        <pc:sldMkLst>
          <pc:docMk/>
          <pc:sldMk cId="3528293898" sldId="269"/>
        </pc:sldMkLst>
      </pc:sldChg>
      <pc:sldChg chg="new">
        <pc:chgData name="Alexandre Oliveira" userId="f4e17021f22116f5" providerId="LiveId" clId="{11BC8392-BEA0-4998-B86F-7558F82FDFC8}" dt="2026-03-04T19:36:17.021" v="113" actId="680"/>
        <pc:sldMkLst>
          <pc:docMk/>
          <pc:sldMk cId="4219169076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D42AC-F2B1-39AF-1FCD-07EA4EED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022E71-230B-DAE8-E8FA-403042FA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481948-7D06-1957-5468-742E478B9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8D6FF-6BF2-7A44-196D-BE3655D9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D43E22-BB4D-D301-EF3A-3C9BC374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89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BD1A3-DD60-5669-9E6B-0A5130E1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0C3615-DFFC-9912-5C16-8D8DB6714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DD768-43A1-949F-0F9F-C0FE4C96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990B-01CA-8F86-E473-5ED84A53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CD12F-E90C-0E68-9BA7-FCC26A08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12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ADB68F-CC4F-C87A-9358-6B55110B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59AE57-D026-773C-1BF2-A7F22EC98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315EC-B184-2EE3-AFF0-CCBA5F8C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8FB25E-6525-2BC6-4D22-32CC06F9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100D7A-AE00-ACD9-CB3B-F219F217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87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97015-629C-7396-F8C2-47B68B0C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241DB-EBB9-2DD2-EDDB-8BE2523D4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D9CD24-6AC0-5412-A3F1-A2E0868FC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EDF5AF-6600-5FB0-AB03-FB07510F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BE8177-FF77-1E4C-3425-D165332E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9EC230-9900-A240-756F-5F512E52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2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9C4C5-0C35-1DC3-584F-9BE4E518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6744FE-8513-7D57-B525-95A453958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64F077-C6E0-0E81-FCE3-8EB370EC2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931FC9-11D6-C61A-F42F-0A9B968BF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16DF0AF-9EC1-42E3-3E84-D311CF4CA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790394-B3BA-5996-33A6-1A1ACD4C5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123C72-D160-1EE6-840E-24B65EE1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575F4A4-ED28-CD0F-3821-F0C2DC0E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75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17810-79C6-2526-504B-8CE83641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3CC2A8-0FAE-FBCB-5F7C-22EFA8BC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659521-C914-34FF-C32E-E7B60856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DEBE12-0ECD-0C52-588E-1DB72927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06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6AFF95-7842-12AE-8328-144A75EF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37DCFA-F9BB-A6B6-135A-8B6CECE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989C75-7667-FE70-6C30-6DE2E3D5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10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7BAA2-AFBB-8E55-DA72-3868DC385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80E80D-AFB4-EE4C-697E-A13C6D89D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40B64A-9240-5A93-9560-E42515F26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214A27-DAA5-ED72-FC83-49D6CAE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99636F-7E86-1D4F-3C05-B57A2ACA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48610A-34CC-2CED-20D5-746E1E57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3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B8FC8-B4F7-DCE5-B2CF-697DA3E0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653B42B-EAD7-9C46-C18E-17FA5025B3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2DF554-E3FB-06AC-F54C-077EDE1A6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31CF22-0446-CF22-1E2F-01D7462C4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75C7DC-A618-8B3A-30AF-60856005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7319D4-22FD-DDA1-F494-E86571C6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25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93855-D182-1F0A-640B-9343FC42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9874D44-563A-1D1A-5F5D-116C9C926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CD110-9F7D-3E44-B637-D9FDA1BF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3CB9E5-76C3-4F70-B18A-DB700CE1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7904C3-11E6-860E-4849-0F960391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93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2856BE-BDA6-DD44-3AEB-8C5ABB9D7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2029E3-7F42-FF16-0D16-826D26D13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526FD2-0AA5-86B1-CC10-B5CCA1079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ECDC7E-00CC-E836-5862-E0C37D9A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9025B0-A33C-A531-A91C-21FEF15E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169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746109-30D7-BD02-2043-1C5CC577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0B231E-E8D2-9971-EAF3-28EFDBBB6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2CF3A9-7D58-44EB-8593-153726A4C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17CE5-D91C-4D52-9B78-283D9246220B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9E2413-CD30-0AE1-B435-1F49C5A7C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41621A-945F-6FEA-E847-C5D1BCDAF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925A4-3CDB-41CD-9E02-9342D68409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253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52DD7DA-7527-8DB5-B301-F35277CC689B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1E916A-E5A5-DF30-E4A8-3269F2F4CFB2}"/>
              </a:ext>
            </a:extLst>
          </p:cNvPr>
          <p:cNvSpPr txBox="1"/>
          <p:nvPr/>
        </p:nvSpPr>
        <p:spPr>
          <a:xfrm>
            <a:off x="4888871" y="2367171"/>
            <a:ext cx="54501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EQ DE HILL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32317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5801F6A7-CC8F-C457-02BA-CD3F45E56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919"/>
            <a:ext cx="12192000" cy="614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E046C65-C964-AED8-3E2F-776E6B1AE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114"/>
            <a:ext cx="12192000" cy="490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5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BCCD8D1-1911-CE0F-548C-048A2EB8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22" y="0"/>
            <a:ext cx="113359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5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940A543-A054-D85F-F7E6-77778662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39" y="1814287"/>
            <a:ext cx="112601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7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75CC-AE08-B91D-354C-F3909287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F27832-BEB2-C3DF-7287-EB86487E3210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BE7296-8B29-C7E7-D771-6F6475210F68}"/>
              </a:ext>
            </a:extLst>
          </p:cNvPr>
          <p:cNvSpPr txBox="1"/>
          <p:nvPr/>
        </p:nvSpPr>
        <p:spPr>
          <a:xfrm>
            <a:off x="4888871" y="1859340"/>
            <a:ext cx="5450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RVDB</a:t>
            </a:r>
          </a:p>
          <a:p>
            <a:r>
              <a:rPr lang="pt-BR" sz="6600" dirty="0"/>
              <a:t>App </a:t>
            </a:r>
            <a:r>
              <a:rPr lang="pt-BR" sz="6600" b="1" dirty="0"/>
              <a:t>curta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207999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F434C3-2B0C-0193-0992-C5450502D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828"/>
            <a:ext cx="12192000" cy="36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AB47-9778-5593-9D14-E1206306C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F79021-850B-8F79-F4A9-ACCD98F2A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2594"/>
            <a:ext cx="12192000" cy="37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88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7EC8-9523-CC56-514D-6711B170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37C91CD-9F9E-D00F-71BE-50BBFF573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042"/>
            <a:ext cx="12192000" cy="460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8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FA54-99C0-B1C2-4A5F-CB834CF0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87E1326-06E4-D119-9E1C-8740A663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238" y="0"/>
            <a:ext cx="9105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91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0905-C658-64B6-A4C3-249AC361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12DD3C-AF56-FB06-D9D0-9B7DD4AB6F37}"/>
              </a:ext>
            </a:extLst>
          </p:cNvPr>
          <p:cNvSpPr/>
          <p:nvPr/>
        </p:nvSpPr>
        <p:spPr>
          <a:xfrm>
            <a:off x="-135802" y="-237653"/>
            <a:ext cx="4517679" cy="73333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5AA941-1E26-0D40-A41E-17A399A21E35}"/>
              </a:ext>
            </a:extLst>
          </p:cNvPr>
          <p:cNvSpPr txBox="1"/>
          <p:nvPr/>
        </p:nvSpPr>
        <p:spPr>
          <a:xfrm>
            <a:off x="4888871" y="1859340"/>
            <a:ext cx="5450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/>
              <a:t>RVDB</a:t>
            </a:r>
          </a:p>
          <a:p>
            <a:r>
              <a:rPr lang="pt-BR" sz="6600" dirty="0"/>
              <a:t>App </a:t>
            </a:r>
            <a:r>
              <a:rPr lang="pt-BR" sz="6600" b="1" dirty="0"/>
              <a:t>final</a:t>
            </a:r>
          </a:p>
          <a:p>
            <a:r>
              <a:rPr lang="pt-BR" sz="6600" dirty="0"/>
              <a:t>SIMULINK</a:t>
            </a:r>
          </a:p>
        </p:txBody>
      </p:sp>
    </p:spTree>
    <p:extLst>
      <p:ext uri="{BB962C8B-B14F-4D97-AF65-F5344CB8AC3E}">
        <p14:creationId xmlns:p14="http://schemas.microsoft.com/office/powerpoint/2010/main" val="1882922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06FA11F-420D-2E96-87BF-59CA92827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7" y="0"/>
            <a:ext cx="121328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148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5C317-0A73-08EE-C736-E20EBC61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BA05E-6D16-A8E4-14EC-44077D806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9032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569E5-3F95-45D1-FDDC-433AB6AF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E14C8E-3800-E94F-82BB-1012730E6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293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2D53E-3B57-CF3A-B769-DDC773D2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DA1DEB-7E8A-B9D3-1771-A82C952D3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169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12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Oliveira</dc:creator>
  <cp:lastModifiedBy>Alexandre Oliveira</cp:lastModifiedBy>
  <cp:revision>1</cp:revision>
  <dcterms:created xsi:type="dcterms:W3CDTF">2026-03-04T18:06:49Z</dcterms:created>
  <dcterms:modified xsi:type="dcterms:W3CDTF">2026-03-04T19:36:24Z</dcterms:modified>
</cp:coreProperties>
</file>